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Poppins"/>
      <p:bold r:id="rId26"/>
      <p:boldItalic r:id="rId27"/>
    </p:embeddedFont>
    <p:embeddedFont>
      <p:font typeface="Atkinson Hyperlegible"/>
      <p:bold r:id="rId28"/>
      <p:boldItalic r:id="rId29"/>
    </p:embeddedFont>
    <p:embeddedFont>
      <p:font typeface="Saira"/>
      <p:bold r:id="rId30"/>
      <p:boldItalic r:id="rId31"/>
    </p:embeddedFont>
    <p:embeddedFont>
      <p:font typeface="Poppins Light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h8+xUKZfkXCb/2ax1x+5E4X59Z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FAE40F-5545-48A1-9632-00701D8653FB}">
  <a:tblStyle styleId="{7AFAE40F-5545-48A1-9632-00701D8653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slide" Target="slides/slide19.xml"/><Relationship Id="rId28" Type="http://schemas.openxmlformats.org/officeDocument/2006/relationships/font" Target="fonts/AtkinsonHyperlegible-bold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tkinsonHyperlegibl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aira-boldItalic.fntdata"/><Relationship Id="rId30" Type="http://schemas.openxmlformats.org/officeDocument/2006/relationships/font" Target="fonts/Saira-bold.fntdata"/><Relationship Id="rId11" Type="http://schemas.openxmlformats.org/officeDocument/2006/relationships/slide" Target="slides/slide5.xml"/><Relationship Id="rId33" Type="http://schemas.openxmlformats.org/officeDocument/2006/relationships/font" Target="fonts/PoppinsLight-bold.fntdata"/><Relationship Id="rId10" Type="http://schemas.openxmlformats.org/officeDocument/2006/relationships/slide" Target="slides/slide4.xml"/><Relationship Id="rId32" Type="http://schemas.openxmlformats.org/officeDocument/2006/relationships/font" Target="fonts/PoppinsLight-regular.fntdata"/><Relationship Id="rId13" Type="http://schemas.openxmlformats.org/officeDocument/2006/relationships/slide" Target="slides/slide7.xml"/><Relationship Id="rId35" Type="http://schemas.openxmlformats.org/officeDocument/2006/relationships/font" Target="fonts/Poppins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Light-italic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6" name="Google Shape;10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08" name="Google Shape;10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0" name="Google Shape;150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1" name="Google Shape;151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53" name="Google Shape;153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7" name="Google Shape;177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79" name="Google Shape;179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0" name="Google Shape;180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9" name="Google Shape;209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11" name="Google Shape;211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4" name="Google Shape;244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46" name="Google Shape;246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8" name="Google Shape;278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80" name="Google Shape;280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9" name="Google Shape;289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0" name="Google Shape;290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92" name="Google Shape;292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3" name="Google Shape;293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9bc20ce29_0_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2" name="Google Shape;312;g3f9bc20ce29_0_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3" name="Google Shape;313;g3f9bc20ce29_0_1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f9bc20ce29_0_1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15" name="Google Shape;315;g3f9bc20ce29_0_1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g3f9bc20ce29_0_1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9bc20ce29_0_3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6" name="Google Shape;336;g3f9bc20ce29_0_3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7" name="Google Shape;337;g3f9bc20ce29_0_3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f9bc20ce29_0_3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39" name="Google Shape;339;g3f9bc20ce29_0_3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0" name="Google Shape;340;g3f9bc20ce29_0_3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0" name="Google Shape;36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1" name="Google Shape;36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63" name="Google Shape;36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4" name="Google Shape;36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3" name="Google Shape;38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4" name="Google Shape;38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86" name="Google Shape;38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7" name="Google Shape;38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4" name="Google Shape;394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5" name="Google Shape;395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97" name="Google Shape;397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8" name="Google Shape;398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6" name="Google Shape;416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7" name="Google Shape;417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19" name="Google Shape;419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7" name="Google Shape;447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8" name="Google Shape;448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50" name="Google Shape;450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1" name="Google Shape;451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7" name="Google Shape;487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88" name="Google Shape;488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90" name="Google Shape;490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1" name="Google Shape;491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3" name="Google Shape;503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04" name="Google Shape;504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06" name="Google Shape;506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7" name="Google Shape;507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3" name="Google Shape;523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24" name="Google Shape;524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26" name="Google Shape;526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7" name="Google Shape;527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1" name="Google Shape;551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52" name="Google Shape;552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54" name="Google Shape;554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5" name="Google Shape;555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5.png"/><Relationship Id="rId11" Type="http://schemas.openxmlformats.org/officeDocument/2006/relationships/image" Target="../media/image25.png"/><Relationship Id="rId10" Type="http://schemas.openxmlformats.org/officeDocument/2006/relationships/image" Target="../media/image28.png"/><Relationship Id="rId9" Type="http://schemas.openxmlformats.org/officeDocument/2006/relationships/image" Target="../media/image26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3" Type="http://schemas.openxmlformats.org/officeDocument/2006/relationships/image" Target="../media/image32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27.png"/><Relationship Id="rId15" Type="http://schemas.openxmlformats.org/officeDocument/2006/relationships/image" Target="../media/image6.png"/><Relationship Id="rId14" Type="http://schemas.openxmlformats.org/officeDocument/2006/relationships/image" Target="../media/image34.png"/><Relationship Id="rId16" Type="http://schemas.openxmlformats.org/officeDocument/2006/relationships/image" Target="../media/image59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5.png"/><Relationship Id="rId13" Type="http://schemas.openxmlformats.org/officeDocument/2006/relationships/image" Target="../media/image44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36.png"/><Relationship Id="rId15" Type="http://schemas.openxmlformats.org/officeDocument/2006/relationships/image" Target="../media/image43.png"/><Relationship Id="rId14" Type="http://schemas.openxmlformats.org/officeDocument/2006/relationships/image" Target="../media/image7.png"/><Relationship Id="rId5" Type="http://schemas.openxmlformats.org/officeDocument/2006/relationships/image" Target="../media/image33.png"/><Relationship Id="rId6" Type="http://schemas.openxmlformats.org/officeDocument/2006/relationships/image" Target="../media/image20.png"/><Relationship Id="rId7" Type="http://schemas.openxmlformats.org/officeDocument/2006/relationships/image" Target="../media/image31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7.png"/><Relationship Id="rId5" Type="http://schemas.openxmlformats.org/officeDocument/2006/relationships/image" Target="../media/image47.jpg"/><Relationship Id="rId6" Type="http://schemas.openxmlformats.org/officeDocument/2006/relationships/image" Target="../media/image51.jpg"/><Relationship Id="rId7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7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53.png"/><Relationship Id="rId5" Type="http://schemas.openxmlformats.org/officeDocument/2006/relationships/image" Target="../media/image13.jpg"/><Relationship Id="rId6" Type="http://schemas.openxmlformats.org/officeDocument/2006/relationships/image" Target="../media/image52.png"/><Relationship Id="rId7" Type="http://schemas.openxmlformats.org/officeDocument/2006/relationships/image" Target="../media/image48.png"/><Relationship Id="rId8" Type="http://schemas.openxmlformats.org/officeDocument/2006/relationships/image" Target="../media/image49.jp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66.png"/><Relationship Id="rId13" Type="http://schemas.openxmlformats.org/officeDocument/2006/relationships/image" Target="../media/image65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6.png"/><Relationship Id="rId4" Type="http://schemas.openxmlformats.org/officeDocument/2006/relationships/image" Target="../media/image7.png"/><Relationship Id="rId9" Type="http://schemas.openxmlformats.org/officeDocument/2006/relationships/image" Target="../media/image64.png"/><Relationship Id="rId15" Type="http://schemas.openxmlformats.org/officeDocument/2006/relationships/image" Target="../media/image68.png"/><Relationship Id="rId14" Type="http://schemas.openxmlformats.org/officeDocument/2006/relationships/image" Target="../media/image61.png"/><Relationship Id="rId17" Type="http://schemas.openxmlformats.org/officeDocument/2006/relationships/image" Target="../media/image67.png"/><Relationship Id="rId16" Type="http://schemas.openxmlformats.org/officeDocument/2006/relationships/image" Target="../media/image62.png"/><Relationship Id="rId5" Type="http://schemas.openxmlformats.org/officeDocument/2006/relationships/image" Target="../media/image54.png"/><Relationship Id="rId6" Type="http://schemas.openxmlformats.org/officeDocument/2006/relationships/image" Target="../media/image73.png"/><Relationship Id="rId7" Type="http://schemas.openxmlformats.org/officeDocument/2006/relationships/image" Target="../media/image60.png"/><Relationship Id="rId8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18.png"/><Relationship Id="rId9" Type="http://schemas.openxmlformats.org/officeDocument/2006/relationships/image" Target="../media/image71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2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172" l="0" r="0" t="-9172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7931199" y="909363"/>
            <a:ext cx="2425496" cy="2468749"/>
          </a:xfrm>
          <a:custGeom>
            <a:rect b="b" l="l" r="r" t="t"/>
            <a:pathLst>
              <a:path extrusionOk="0" h="3617214" w="3553841">
                <a:moveTo>
                  <a:pt x="0" y="0"/>
                </a:moveTo>
                <a:lnTo>
                  <a:pt x="3553841" y="0"/>
                </a:lnTo>
                <a:lnTo>
                  <a:pt x="3553841" y="3617214"/>
                </a:lnTo>
                <a:lnTo>
                  <a:pt x="0" y="3617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3" l="0" r="0" t="-52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8520760" y="7157380"/>
            <a:ext cx="1246442" cy="1209104"/>
          </a:xfrm>
          <a:custGeom>
            <a:rect b="b" l="l" r="r" t="t"/>
            <a:pathLst>
              <a:path extrusionOk="0" h="1612138" w="1661922">
                <a:moveTo>
                  <a:pt x="0" y="0"/>
                </a:moveTo>
                <a:lnTo>
                  <a:pt x="1661922" y="0"/>
                </a:lnTo>
                <a:lnTo>
                  <a:pt x="1661922" y="1612138"/>
                </a:lnTo>
                <a:lnTo>
                  <a:pt x="0" y="1612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7" r="-18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0" y="-253155"/>
            <a:ext cx="18288000" cy="933450"/>
          </a:xfrm>
          <a:custGeom>
            <a:rect b="b" l="l" r="r" t="t"/>
            <a:pathLst>
              <a:path extrusionOk="0" h="1244600" w="24384000">
                <a:moveTo>
                  <a:pt x="0" y="0"/>
                </a:moveTo>
                <a:lnTo>
                  <a:pt x="24384000" y="0"/>
                </a:lnTo>
                <a:lnTo>
                  <a:pt x="24384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" l="-2" r="-2" t="0"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4638246" y="3607167"/>
            <a:ext cx="901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WEB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4638246" y="8657273"/>
            <a:ext cx="901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4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20 de Agosto de 2026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2741577" y="4355701"/>
            <a:ext cx="128049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TODOFREAKSTORE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4638246" y="5968194"/>
            <a:ext cx="9011507" cy="8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Martín Jara - Gustavo Góngora - Miguel Astorga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3832053" y="38071"/>
            <a:ext cx="3841147" cy="642271"/>
          </a:xfrm>
          <a:custGeom>
            <a:rect b="b" l="l" r="r" t="t"/>
            <a:pathLst>
              <a:path extrusionOk="0" h="856361" w="5121529">
                <a:moveTo>
                  <a:pt x="0" y="0"/>
                </a:moveTo>
                <a:lnTo>
                  <a:pt x="5121529" y="0"/>
                </a:lnTo>
                <a:lnTo>
                  <a:pt x="5121529" y="856361"/>
                </a:lnTo>
                <a:lnTo>
                  <a:pt x="0" y="856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10" l="0" r="0" t="-410"/>
            </a:stretch>
          </a:blipFill>
          <a:ln>
            <a:noFill/>
          </a:ln>
        </p:spPr>
      </p:sp>
      <p:sp>
        <p:nvSpPr>
          <p:cNvPr id="101" name="Google Shape;101;p1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6763663" y="9082575"/>
            <a:ext cx="47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94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Docente: Mauricio Figueroa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70FF"/>
            </a:gs>
            <a:gs pos="100000">
              <a:srgbClr val="FF66C4"/>
            </a:gs>
          </a:gsLst>
          <a:lin ang="0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1052636" y="5314426"/>
            <a:ext cx="2397157" cy="2439448"/>
          </a:xfrm>
          <a:custGeom>
            <a:rect b="b" l="l" r="r" t="t"/>
            <a:pathLst>
              <a:path extrusionOk="0" h="3252597" w="3196209">
                <a:moveTo>
                  <a:pt x="0" y="0"/>
                </a:moveTo>
                <a:lnTo>
                  <a:pt x="3196209" y="0"/>
                </a:lnTo>
                <a:lnTo>
                  <a:pt x="3196209" y="3252597"/>
                </a:lnTo>
                <a:lnTo>
                  <a:pt x="0" y="3252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3" l="0" r="-1" t="-62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6378731" y="3794455"/>
            <a:ext cx="11715941" cy="4079843"/>
          </a:xfrm>
          <a:custGeom>
            <a:rect b="b" l="l" r="r" t="t"/>
            <a:pathLst>
              <a:path extrusionOk="0" h="5439791" w="15621254">
                <a:moveTo>
                  <a:pt x="0" y="0"/>
                </a:moveTo>
                <a:lnTo>
                  <a:pt x="15621254" y="0"/>
                </a:lnTo>
                <a:lnTo>
                  <a:pt x="15621254" y="5439791"/>
                </a:lnTo>
                <a:lnTo>
                  <a:pt x="0" y="54397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" l="0" r="0" t="-1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6661090" y="3978173"/>
            <a:ext cx="3326702" cy="3429572"/>
          </a:xfrm>
          <a:custGeom>
            <a:rect b="b" l="l" r="r" t="t"/>
            <a:pathLst>
              <a:path extrusionOk="0" h="4572762" w="4435602">
                <a:moveTo>
                  <a:pt x="0" y="0"/>
                </a:moveTo>
                <a:lnTo>
                  <a:pt x="4435602" y="0"/>
                </a:lnTo>
                <a:lnTo>
                  <a:pt x="4435602" y="4572762"/>
                </a:lnTo>
                <a:lnTo>
                  <a:pt x="0" y="4572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6" l="0" r="1" t="-27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10576903" y="4077024"/>
            <a:ext cx="3322701" cy="3425476"/>
          </a:xfrm>
          <a:custGeom>
            <a:rect b="b" l="l" r="r" t="t"/>
            <a:pathLst>
              <a:path extrusionOk="0" h="4567301" w="4430268">
                <a:moveTo>
                  <a:pt x="0" y="0"/>
                </a:moveTo>
                <a:lnTo>
                  <a:pt x="4430268" y="0"/>
                </a:lnTo>
                <a:lnTo>
                  <a:pt x="4430268" y="4567301"/>
                </a:lnTo>
                <a:lnTo>
                  <a:pt x="0" y="4567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" l="0" r="0" t="-27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4492716" y="4077024"/>
            <a:ext cx="3322701" cy="3425476"/>
          </a:xfrm>
          <a:custGeom>
            <a:rect b="b" l="l" r="r" t="t"/>
            <a:pathLst>
              <a:path extrusionOk="0" h="4567301" w="4430268">
                <a:moveTo>
                  <a:pt x="0" y="0"/>
                </a:moveTo>
                <a:lnTo>
                  <a:pt x="4430268" y="0"/>
                </a:lnTo>
                <a:lnTo>
                  <a:pt x="4430268" y="4567301"/>
                </a:lnTo>
                <a:lnTo>
                  <a:pt x="0" y="4567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" l="0" r="0" t="-27"/>
            </a:stretch>
          </a:blipFill>
          <a:ln>
            <a:noFill/>
          </a:ln>
        </p:spPr>
      </p:sp>
      <p:cxnSp>
        <p:nvCxnSpPr>
          <p:cNvPr id="116" name="Google Shape;116;p2"/>
          <p:cNvCxnSpPr/>
          <p:nvPr/>
        </p:nvCxnSpPr>
        <p:spPr>
          <a:xfrm rot="8460">
            <a:off x="-517617" y="962025"/>
            <a:ext cx="19323244" cy="0"/>
          </a:xfrm>
          <a:prstGeom prst="straightConnector1">
            <a:avLst/>
          </a:prstGeom>
          <a:noFill/>
          <a:ln cap="rnd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/>
          <p:nvPr/>
        </p:nvSpPr>
        <p:spPr>
          <a:xfrm>
            <a:off x="212941" y="3717141"/>
            <a:ext cx="3884676" cy="1417891"/>
          </a:xfrm>
          <a:custGeom>
            <a:rect b="b" l="l" r="r" t="t"/>
            <a:pathLst>
              <a:path extrusionOk="0" h="1890522" w="5179568">
                <a:moveTo>
                  <a:pt x="0" y="0"/>
                </a:moveTo>
                <a:lnTo>
                  <a:pt x="5179568" y="0"/>
                </a:lnTo>
                <a:lnTo>
                  <a:pt x="5179568" y="1890522"/>
                </a:lnTo>
                <a:lnTo>
                  <a:pt x="0" y="1890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8" r="-27" t="0"/>
            </a:stretch>
          </a:blipFill>
          <a:ln>
            <a:noFill/>
          </a:ln>
        </p:spPr>
      </p:sp>
      <p:sp>
        <p:nvSpPr>
          <p:cNvPr id="118" name="Google Shape;118;p2"/>
          <p:cNvSpPr txBox="1"/>
          <p:nvPr/>
        </p:nvSpPr>
        <p:spPr>
          <a:xfrm>
            <a:off x="7590300" y="4049274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7590250" y="5019848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7590257" y="5954663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7590257" y="6889498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1453013" y="4241621"/>
            <a:ext cx="2395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1387566" y="5135015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Épicas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1387576" y="6028779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Historias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11387576" y="6938898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15431544" y="4213179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15427497" y="5058825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Evidencias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5427539" y="6028777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5427556" y="6985199"/>
            <a:ext cx="227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5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6769570" y="4049275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6769554" y="4946086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6769557" y="5967603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769554" y="6842937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0688178" y="4198651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0688180" y="5124522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0688190" y="5967605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10688193" y="6989124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4606800" y="4241625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4606860" y="5038653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4606860" y="5932389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4606860" y="6889224"/>
            <a:ext cx="429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653710" y="1889160"/>
            <a:ext cx="16980598" cy="125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TABLA DE CONTENIDOS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-2652855" y="-358892"/>
            <a:ext cx="22575299" cy="1152335"/>
          </a:xfrm>
          <a:custGeom>
            <a:rect b="b" l="l" r="r" t="t"/>
            <a:pathLst>
              <a:path extrusionOk="0" h="1536446" w="30100398">
                <a:moveTo>
                  <a:pt x="0" y="0"/>
                </a:moveTo>
                <a:lnTo>
                  <a:pt x="30100398" y="0"/>
                </a:lnTo>
                <a:lnTo>
                  <a:pt x="30100398" y="1536446"/>
                </a:lnTo>
                <a:lnTo>
                  <a:pt x="0" y="1536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" r="-1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13967403" y="100689"/>
            <a:ext cx="3841147" cy="642271"/>
          </a:xfrm>
          <a:custGeom>
            <a:rect b="b" l="l" r="r" t="t"/>
            <a:pathLst>
              <a:path extrusionOk="0" h="856361" w="5121529">
                <a:moveTo>
                  <a:pt x="0" y="0"/>
                </a:moveTo>
                <a:lnTo>
                  <a:pt x="5121529" y="0"/>
                </a:lnTo>
                <a:lnTo>
                  <a:pt x="5121529" y="856361"/>
                </a:lnTo>
                <a:lnTo>
                  <a:pt x="0" y="856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10" l="0" r="0" t="-410"/>
            </a:stretch>
          </a:blipFill>
          <a:ln>
            <a:noFill/>
          </a:ln>
        </p:spPr>
      </p:sp>
      <p:sp>
        <p:nvSpPr>
          <p:cNvPr id="146" name="Google Shape;146;p2"/>
          <p:cNvSpPr/>
          <p:nvPr/>
        </p:nvSpPr>
        <p:spPr>
          <a:xfrm rot="1145160">
            <a:off x="3789282" y="4321229"/>
            <a:ext cx="2153888" cy="3026283"/>
          </a:xfrm>
          <a:custGeom>
            <a:rect b="b" l="l" r="r" t="t"/>
            <a:pathLst>
              <a:path extrusionOk="0" h="4035044" w="2871851">
                <a:moveTo>
                  <a:pt x="0" y="0"/>
                </a:moveTo>
                <a:lnTo>
                  <a:pt x="2871851" y="0"/>
                </a:lnTo>
                <a:lnTo>
                  <a:pt x="2871851" y="4035044"/>
                </a:lnTo>
                <a:lnTo>
                  <a:pt x="0" y="4035044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0252" r="-20251" t="0"/>
            </a:stretch>
          </a:blipFill>
          <a:ln>
            <a:noFill/>
          </a:ln>
        </p:spPr>
      </p:sp>
      <p:cxnSp>
        <p:nvCxnSpPr>
          <p:cNvPr id="147" name="Google Shape;147;p2"/>
          <p:cNvCxnSpPr/>
          <p:nvPr/>
        </p:nvCxnSpPr>
        <p:spPr>
          <a:xfrm rot="8460">
            <a:off x="-23841" y="8935317"/>
            <a:ext cx="19323244" cy="0"/>
          </a:xfrm>
          <a:prstGeom prst="straightConnector1">
            <a:avLst/>
          </a:prstGeom>
          <a:noFill/>
          <a:ln cap="rnd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13716000"/>
                </a:moveTo>
                <a:lnTo>
                  <a:pt x="24384000" y="13716000"/>
                </a:lnTo>
                <a:lnTo>
                  <a:pt x="24384000" y="0"/>
                </a:lnTo>
                <a:lnTo>
                  <a:pt x="0" y="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157" name="Google Shape;157;p3"/>
          <p:cNvSpPr/>
          <p:nvPr/>
        </p:nvSpPr>
        <p:spPr>
          <a:xfrm>
            <a:off x="7707575" y="4460125"/>
            <a:ext cx="9497663" cy="5193965"/>
          </a:xfrm>
          <a:custGeom>
            <a:rect b="b" l="l" r="r" t="t"/>
            <a:pathLst>
              <a:path extrusionOk="0" h="6637655" w="12663551">
                <a:moveTo>
                  <a:pt x="0" y="0"/>
                </a:moveTo>
                <a:lnTo>
                  <a:pt x="12663551" y="0"/>
                </a:lnTo>
                <a:lnTo>
                  <a:pt x="12663551" y="6637655"/>
                </a:lnTo>
                <a:lnTo>
                  <a:pt x="0" y="6637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51" l="0" r="0" t="-3953"/>
            </a:stretch>
          </a:blipFill>
          <a:ln>
            <a:noFill/>
          </a:ln>
        </p:spPr>
      </p:sp>
      <p:sp>
        <p:nvSpPr>
          <p:cNvPr id="158" name="Google Shape;158;p3"/>
          <p:cNvSpPr/>
          <p:nvPr/>
        </p:nvSpPr>
        <p:spPr>
          <a:xfrm flipH="1" rot="-8820000">
            <a:off x="4533281" y="-1077011"/>
            <a:ext cx="3863912" cy="3419570"/>
          </a:xfrm>
          <a:custGeom>
            <a:rect b="b" l="l" r="r" t="t"/>
            <a:pathLst>
              <a:path extrusionOk="0" h="4559427" w="5151882">
                <a:moveTo>
                  <a:pt x="0" y="4559427"/>
                </a:moveTo>
                <a:lnTo>
                  <a:pt x="5151882" y="4559427"/>
                </a:lnTo>
                <a:lnTo>
                  <a:pt x="5151882" y="0"/>
                </a:lnTo>
                <a:lnTo>
                  <a:pt x="0" y="0"/>
                </a:lnTo>
                <a:lnTo>
                  <a:pt x="0" y="4559427"/>
                </a:lnTo>
                <a:close/>
              </a:path>
            </a:pathLst>
          </a:custGeom>
          <a:blipFill rotWithShape="1">
            <a:blip r:embed="rId5">
              <a:alphaModFix amt="35000"/>
            </a:blip>
            <a:stretch>
              <a:fillRect b="0" l="-65" r="-65" t="0"/>
            </a:stretch>
          </a:blipFill>
          <a:ln>
            <a:noFill/>
          </a:ln>
        </p:spPr>
      </p:sp>
      <p:sp>
        <p:nvSpPr>
          <p:cNvPr id="159" name="Google Shape;159;p3"/>
          <p:cNvSpPr/>
          <p:nvPr/>
        </p:nvSpPr>
        <p:spPr>
          <a:xfrm>
            <a:off x="2069773" y="5697969"/>
            <a:ext cx="3687890" cy="3753517"/>
          </a:xfrm>
          <a:custGeom>
            <a:rect b="b" l="l" r="r" t="t"/>
            <a:pathLst>
              <a:path extrusionOk="0" h="5004689" w="4917186">
                <a:moveTo>
                  <a:pt x="0" y="0"/>
                </a:moveTo>
                <a:lnTo>
                  <a:pt x="4917186" y="0"/>
                </a:lnTo>
                <a:lnTo>
                  <a:pt x="4917186" y="5004689"/>
                </a:lnTo>
                <a:lnTo>
                  <a:pt x="0" y="500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4" l="0" r="0" t="-54"/>
            </a:stretch>
          </a:blipFill>
          <a:ln>
            <a:noFill/>
          </a:ln>
        </p:spPr>
      </p:sp>
      <p:sp>
        <p:nvSpPr>
          <p:cNvPr id="160" name="Google Shape;160;p3"/>
          <p:cNvSpPr/>
          <p:nvPr/>
        </p:nvSpPr>
        <p:spPr>
          <a:xfrm>
            <a:off x="671455" y="825494"/>
            <a:ext cx="714470" cy="714470"/>
          </a:xfrm>
          <a:custGeom>
            <a:rect b="b" l="l" r="r" t="t"/>
            <a:pathLst>
              <a:path extrusionOk="0" h="952627" w="952627">
                <a:moveTo>
                  <a:pt x="0" y="0"/>
                </a:moveTo>
                <a:lnTo>
                  <a:pt x="952627" y="0"/>
                </a:lnTo>
                <a:lnTo>
                  <a:pt x="952627" y="952627"/>
                </a:lnTo>
                <a:lnTo>
                  <a:pt x="0" y="952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3"/>
          <p:cNvSpPr/>
          <p:nvPr/>
        </p:nvSpPr>
        <p:spPr>
          <a:xfrm>
            <a:off x="7707575" y="3839550"/>
            <a:ext cx="9434345" cy="2860548"/>
          </a:xfrm>
          <a:custGeom>
            <a:rect b="b" l="l" r="r" t="t"/>
            <a:pathLst>
              <a:path extrusionOk="0" h="3814064" w="12663551">
                <a:moveTo>
                  <a:pt x="0" y="0"/>
                </a:moveTo>
                <a:lnTo>
                  <a:pt x="12663551" y="0"/>
                </a:lnTo>
                <a:lnTo>
                  <a:pt x="12663551" y="3814064"/>
                </a:lnTo>
                <a:lnTo>
                  <a:pt x="0" y="3814064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3564" r="-3563" t="0"/>
            </a:stretch>
          </a:blipFill>
          <a:ln>
            <a:noFill/>
          </a:ln>
        </p:spPr>
      </p:sp>
      <p:sp>
        <p:nvSpPr>
          <p:cNvPr id="162" name="Google Shape;162;p3"/>
          <p:cNvSpPr/>
          <p:nvPr/>
        </p:nvSpPr>
        <p:spPr>
          <a:xfrm>
            <a:off x="7707582" y="2155012"/>
            <a:ext cx="6874669" cy="1484471"/>
          </a:xfrm>
          <a:custGeom>
            <a:rect b="b" l="l" r="r" t="t"/>
            <a:pathLst>
              <a:path extrusionOk="0" h="1979295" w="9166225">
                <a:moveTo>
                  <a:pt x="0" y="0"/>
                </a:moveTo>
                <a:lnTo>
                  <a:pt x="9166225" y="0"/>
                </a:lnTo>
                <a:lnTo>
                  <a:pt x="9166225" y="1979295"/>
                </a:lnTo>
                <a:lnTo>
                  <a:pt x="0" y="1979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80963" l="0" r="0" t="-80961"/>
            </a:stretch>
          </a:blipFill>
          <a:ln>
            <a:noFill/>
          </a:ln>
        </p:spPr>
      </p:sp>
      <p:sp>
        <p:nvSpPr>
          <p:cNvPr id="163" name="Google Shape;163;p3"/>
          <p:cNvSpPr/>
          <p:nvPr/>
        </p:nvSpPr>
        <p:spPr>
          <a:xfrm>
            <a:off x="8033356" y="2436990"/>
            <a:ext cx="877539" cy="877539"/>
          </a:xfrm>
          <a:custGeom>
            <a:rect b="b" l="l" r="r" t="t"/>
            <a:pathLst>
              <a:path extrusionOk="0" h="1170051" w="1170051">
                <a:moveTo>
                  <a:pt x="0" y="0"/>
                </a:moveTo>
                <a:lnTo>
                  <a:pt x="1170051" y="0"/>
                </a:lnTo>
                <a:lnTo>
                  <a:pt x="1170051" y="1170051"/>
                </a:lnTo>
                <a:lnTo>
                  <a:pt x="0" y="1170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3" l="0" r="3" t="0"/>
            </a:stretch>
          </a:blipFill>
          <a:ln>
            <a:noFill/>
          </a:ln>
        </p:spPr>
      </p:sp>
      <p:sp>
        <p:nvSpPr>
          <p:cNvPr id="164" name="Google Shape;164;p3"/>
          <p:cNvSpPr/>
          <p:nvPr/>
        </p:nvSpPr>
        <p:spPr>
          <a:xfrm>
            <a:off x="13105819" y="2325434"/>
            <a:ext cx="1100613" cy="1100613"/>
          </a:xfrm>
          <a:custGeom>
            <a:rect b="b" l="l" r="r" t="t"/>
            <a:pathLst>
              <a:path extrusionOk="0" h="1467485" w="1467485">
                <a:moveTo>
                  <a:pt x="0" y="0"/>
                </a:moveTo>
                <a:lnTo>
                  <a:pt x="1467485" y="0"/>
                </a:lnTo>
                <a:lnTo>
                  <a:pt x="1467485" y="1467485"/>
                </a:lnTo>
                <a:lnTo>
                  <a:pt x="0" y="1467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3"/>
          <p:cNvSpPr txBox="1"/>
          <p:nvPr/>
        </p:nvSpPr>
        <p:spPr>
          <a:xfrm>
            <a:off x="9951702" y="6990097"/>
            <a:ext cx="5604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TIENDA DE OPERACIÓN FÍSICA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1111606" y="3706349"/>
            <a:ext cx="5604196" cy="126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CONTEXTO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8225132" y="7943722"/>
            <a:ext cx="8518800" cy="13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Operación Física Exclusiva: Tienda Todo FreakStore enfocada en la cultura geek y productos TCG, operando únicamente con venta presencial e inventario en papel/físico. 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2037007" y="4880077"/>
            <a:ext cx="342698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8" u="none" cap="none" strike="noStrike">
                <a:solidFill>
                  <a:srgbClr val="FFF6DB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1523914" y="829675"/>
            <a:ext cx="4233710" cy="66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DUOC UC </a:t>
            </a:r>
            <a:endParaRPr/>
          </a:p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SEDE VIÑA DEL MAR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9251528" y="2323890"/>
            <a:ext cx="13158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CLIENTE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9251525" y="2695373"/>
            <a:ext cx="3511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99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Cesar Quintana Trujillo</a:t>
            </a:r>
            <a:endParaRPr/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313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Dueño de Tienda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11400830" y="7374697"/>
            <a:ext cx="246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99" u="none" cap="none" strike="noStrike">
                <a:solidFill>
                  <a:srgbClr val="FFF6DB"/>
                </a:solidFill>
                <a:latin typeface="Poppins"/>
                <a:ea typeface="Poppins"/>
                <a:cs typeface="Poppins"/>
                <a:sym typeface="Poppins"/>
              </a:rPr>
              <a:t>TODOFREAKSTORE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13716000"/>
                </a:moveTo>
                <a:lnTo>
                  <a:pt x="24384000" y="13716000"/>
                </a:lnTo>
                <a:lnTo>
                  <a:pt x="24384000" y="0"/>
                </a:lnTo>
                <a:lnTo>
                  <a:pt x="0" y="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183" name="Google Shape;183;p4"/>
          <p:cNvSpPr/>
          <p:nvPr/>
        </p:nvSpPr>
        <p:spPr>
          <a:xfrm>
            <a:off x="13316198" y="5077149"/>
            <a:ext cx="4156424" cy="1962817"/>
          </a:xfrm>
          <a:custGeom>
            <a:rect b="b" l="l" r="r" t="t"/>
            <a:pathLst>
              <a:path extrusionOk="0" h="2617089" w="5541899">
                <a:moveTo>
                  <a:pt x="0" y="0"/>
                </a:moveTo>
                <a:lnTo>
                  <a:pt x="5541899" y="0"/>
                </a:lnTo>
                <a:lnTo>
                  <a:pt x="5541899" y="2617089"/>
                </a:lnTo>
                <a:lnTo>
                  <a:pt x="0" y="2617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0103" l="0" r="0" t="-40103"/>
            </a:stretch>
          </a:blipFill>
          <a:ln>
            <a:noFill/>
          </a:ln>
        </p:spPr>
      </p:sp>
      <p:sp>
        <p:nvSpPr>
          <p:cNvPr id="184" name="Google Shape;184;p4"/>
          <p:cNvSpPr/>
          <p:nvPr/>
        </p:nvSpPr>
        <p:spPr>
          <a:xfrm>
            <a:off x="8471716" y="5077149"/>
            <a:ext cx="4546092" cy="1941290"/>
          </a:xfrm>
          <a:custGeom>
            <a:rect b="b" l="l" r="r" t="t"/>
            <a:pathLst>
              <a:path extrusionOk="0" h="2588387" w="6061456">
                <a:moveTo>
                  <a:pt x="0" y="0"/>
                </a:moveTo>
                <a:lnTo>
                  <a:pt x="6061456" y="0"/>
                </a:lnTo>
                <a:lnTo>
                  <a:pt x="6061456" y="2588387"/>
                </a:lnTo>
                <a:lnTo>
                  <a:pt x="0" y="2588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644" l="0" r="0" t="-49642"/>
            </a:stretch>
          </a:blipFill>
          <a:ln>
            <a:noFill/>
          </a:ln>
        </p:spPr>
      </p:sp>
      <p:sp>
        <p:nvSpPr>
          <p:cNvPr id="185" name="Google Shape;185;p4"/>
          <p:cNvSpPr/>
          <p:nvPr/>
        </p:nvSpPr>
        <p:spPr>
          <a:xfrm flipH="1" rot="-8820000">
            <a:off x="4533281" y="-1077011"/>
            <a:ext cx="3863912" cy="3419570"/>
          </a:xfrm>
          <a:custGeom>
            <a:rect b="b" l="l" r="r" t="t"/>
            <a:pathLst>
              <a:path extrusionOk="0" h="4559427" w="5151882">
                <a:moveTo>
                  <a:pt x="0" y="4559427"/>
                </a:moveTo>
                <a:lnTo>
                  <a:pt x="5151882" y="4559427"/>
                </a:lnTo>
                <a:lnTo>
                  <a:pt x="5151882" y="0"/>
                </a:lnTo>
                <a:lnTo>
                  <a:pt x="0" y="0"/>
                </a:lnTo>
                <a:lnTo>
                  <a:pt x="0" y="4559427"/>
                </a:lnTo>
                <a:close/>
              </a:path>
            </a:pathLst>
          </a:custGeom>
          <a:blipFill rotWithShape="1">
            <a:blip r:embed="rId5">
              <a:alphaModFix amt="35000"/>
            </a:blip>
            <a:stretch>
              <a:fillRect b="0" l="-65" r="-65" t="0"/>
            </a:stretch>
          </a:blipFill>
          <a:ln>
            <a:noFill/>
          </a:ln>
        </p:spPr>
      </p:sp>
      <p:sp>
        <p:nvSpPr>
          <p:cNvPr id="186" name="Google Shape;186;p4"/>
          <p:cNvSpPr/>
          <p:nvPr/>
        </p:nvSpPr>
        <p:spPr>
          <a:xfrm>
            <a:off x="2069773" y="5721763"/>
            <a:ext cx="3687890" cy="3753517"/>
          </a:xfrm>
          <a:custGeom>
            <a:rect b="b" l="l" r="r" t="t"/>
            <a:pathLst>
              <a:path extrusionOk="0" h="5004689" w="4917186">
                <a:moveTo>
                  <a:pt x="0" y="0"/>
                </a:moveTo>
                <a:lnTo>
                  <a:pt x="4917186" y="0"/>
                </a:lnTo>
                <a:lnTo>
                  <a:pt x="4917186" y="5004689"/>
                </a:lnTo>
                <a:lnTo>
                  <a:pt x="0" y="500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4" l="0" r="0" t="-54"/>
            </a:stretch>
          </a:blipFill>
          <a:ln>
            <a:noFill/>
          </a:ln>
        </p:spPr>
      </p:sp>
      <p:sp>
        <p:nvSpPr>
          <p:cNvPr id="187" name="Google Shape;187;p4"/>
          <p:cNvSpPr/>
          <p:nvPr/>
        </p:nvSpPr>
        <p:spPr>
          <a:xfrm>
            <a:off x="671455" y="673094"/>
            <a:ext cx="714470" cy="714470"/>
          </a:xfrm>
          <a:custGeom>
            <a:rect b="b" l="l" r="r" t="t"/>
            <a:pathLst>
              <a:path extrusionOk="0" h="952627" w="952627">
                <a:moveTo>
                  <a:pt x="0" y="0"/>
                </a:moveTo>
                <a:lnTo>
                  <a:pt x="952627" y="0"/>
                </a:lnTo>
                <a:lnTo>
                  <a:pt x="952627" y="952627"/>
                </a:lnTo>
                <a:lnTo>
                  <a:pt x="0" y="952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4"/>
          <p:cNvSpPr/>
          <p:nvPr/>
        </p:nvSpPr>
        <p:spPr>
          <a:xfrm>
            <a:off x="15037756" y="5378253"/>
            <a:ext cx="757523" cy="757523"/>
          </a:xfrm>
          <a:custGeom>
            <a:rect b="b" l="l" r="r" t="t"/>
            <a:pathLst>
              <a:path extrusionOk="0" h="1010031" w="1010031">
                <a:moveTo>
                  <a:pt x="0" y="0"/>
                </a:moveTo>
                <a:lnTo>
                  <a:pt x="1010031" y="0"/>
                </a:lnTo>
                <a:lnTo>
                  <a:pt x="1010031" y="1010031"/>
                </a:lnTo>
                <a:lnTo>
                  <a:pt x="0" y="1010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4"/>
          <p:cNvSpPr/>
          <p:nvPr/>
        </p:nvSpPr>
        <p:spPr>
          <a:xfrm>
            <a:off x="10221916" y="5275764"/>
            <a:ext cx="860012" cy="860012"/>
          </a:xfrm>
          <a:custGeom>
            <a:rect b="b" l="l" r="r" t="t"/>
            <a:pathLst>
              <a:path extrusionOk="0" h="1146683" w="1146683">
                <a:moveTo>
                  <a:pt x="0" y="0"/>
                </a:moveTo>
                <a:lnTo>
                  <a:pt x="1146683" y="0"/>
                </a:lnTo>
                <a:lnTo>
                  <a:pt x="1146683" y="1146683"/>
                </a:lnTo>
                <a:lnTo>
                  <a:pt x="0" y="1146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4"/>
          <p:cNvSpPr/>
          <p:nvPr/>
        </p:nvSpPr>
        <p:spPr>
          <a:xfrm>
            <a:off x="8471716" y="1583474"/>
            <a:ext cx="5358670" cy="3129058"/>
          </a:xfrm>
          <a:custGeom>
            <a:rect b="b" l="l" r="r" t="t"/>
            <a:pathLst>
              <a:path extrusionOk="0" h="4172077" w="7144893">
                <a:moveTo>
                  <a:pt x="0" y="0"/>
                </a:moveTo>
                <a:lnTo>
                  <a:pt x="7144893" y="0"/>
                </a:lnTo>
                <a:lnTo>
                  <a:pt x="7144893" y="4172077"/>
                </a:lnTo>
                <a:lnTo>
                  <a:pt x="0" y="4172077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1" l="-1925" r="-1925" t="0"/>
            </a:stretch>
          </a:blipFill>
          <a:ln>
            <a:noFill/>
          </a:ln>
        </p:spPr>
      </p:sp>
      <p:sp>
        <p:nvSpPr>
          <p:cNvPr id="191" name="Google Shape;191;p4"/>
          <p:cNvSpPr/>
          <p:nvPr/>
        </p:nvSpPr>
        <p:spPr>
          <a:xfrm>
            <a:off x="13830376" y="1542640"/>
            <a:ext cx="3642265" cy="3169920"/>
          </a:xfrm>
          <a:custGeom>
            <a:rect b="b" l="l" r="r" t="t"/>
            <a:pathLst>
              <a:path extrusionOk="0" h="4226560" w="4856353">
                <a:moveTo>
                  <a:pt x="0" y="0"/>
                </a:moveTo>
                <a:lnTo>
                  <a:pt x="4856353" y="0"/>
                </a:lnTo>
                <a:lnTo>
                  <a:pt x="4856353" y="4226560"/>
                </a:lnTo>
                <a:lnTo>
                  <a:pt x="0" y="4226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-26940" r="-26940" t="0"/>
            </a:stretch>
          </a:blipFill>
          <a:ln>
            <a:noFill/>
          </a:ln>
        </p:spPr>
      </p:sp>
      <p:sp>
        <p:nvSpPr>
          <p:cNvPr id="192" name="Google Shape;192;p4"/>
          <p:cNvSpPr/>
          <p:nvPr/>
        </p:nvSpPr>
        <p:spPr>
          <a:xfrm>
            <a:off x="13316200" y="7125700"/>
            <a:ext cx="4156424" cy="2146013"/>
          </a:xfrm>
          <a:custGeom>
            <a:rect b="b" l="l" r="r" t="t"/>
            <a:pathLst>
              <a:path extrusionOk="0" h="2617089" w="5541899">
                <a:moveTo>
                  <a:pt x="0" y="0"/>
                </a:moveTo>
                <a:lnTo>
                  <a:pt x="5541899" y="0"/>
                </a:lnTo>
                <a:lnTo>
                  <a:pt x="5541899" y="2617089"/>
                </a:lnTo>
                <a:lnTo>
                  <a:pt x="0" y="2617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0103" l="0" r="0" t="-40103"/>
            </a:stretch>
          </a:blipFill>
          <a:ln>
            <a:noFill/>
          </a:ln>
        </p:spPr>
      </p:sp>
      <p:sp>
        <p:nvSpPr>
          <p:cNvPr id="193" name="Google Shape;193;p4"/>
          <p:cNvSpPr/>
          <p:nvPr/>
        </p:nvSpPr>
        <p:spPr>
          <a:xfrm>
            <a:off x="8471725" y="7125700"/>
            <a:ext cx="4546092" cy="2148361"/>
          </a:xfrm>
          <a:custGeom>
            <a:rect b="b" l="l" r="r" t="t"/>
            <a:pathLst>
              <a:path extrusionOk="0" h="2588387" w="6061456">
                <a:moveTo>
                  <a:pt x="0" y="0"/>
                </a:moveTo>
                <a:lnTo>
                  <a:pt x="6061456" y="0"/>
                </a:lnTo>
                <a:lnTo>
                  <a:pt x="6061456" y="2588387"/>
                </a:lnTo>
                <a:lnTo>
                  <a:pt x="0" y="2588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644" l="0" r="0" t="-49642"/>
            </a:stretch>
          </a:blipFill>
          <a:ln>
            <a:noFill/>
          </a:ln>
        </p:spPr>
      </p:sp>
      <p:sp>
        <p:nvSpPr>
          <p:cNvPr id="194" name="Google Shape;194;p4"/>
          <p:cNvSpPr/>
          <p:nvPr/>
        </p:nvSpPr>
        <p:spPr>
          <a:xfrm>
            <a:off x="10178939" y="7375560"/>
            <a:ext cx="945928" cy="785146"/>
          </a:xfrm>
          <a:custGeom>
            <a:rect b="b" l="l" r="r" t="t"/>
            <a:pathLst>
              <a:path extrusionOk="0" h="1046861" w="1261237">
                <a:moveTo>
                  <a:pt x="0" y="0"/>
                </a:moveTo>
                <a:lnTo>
                  <a:pt x="1261237" y="0"/>
                </a:lnTo>
                <a:lnTo>
                  <a:pt x="1261237" y="1046861"/>
                </a:lnTo>
                <a:lnTo>
                  <a:pt x="0" y="10468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521" r="-525" t="0"/>
            </a:stretch>
          </a:blipFill>
          <a:ln>
            <a:noFill/>
          </a:ln>
        </p:spPr>
      </p:sp>
      <p:sp>
        <p:nvSpPr>
          <p:cNvPr id="195" name="Google Shape;195;p4"/>
          <p:cNvSpPr/>
          <p:nvPr/>
        </p:nvSpPr>
        <p:spPr>
          <a:xfrm>
            <a:off x="15037756" y="7375560"/>
            <a:ext cx="852963" cy="883920"/>
          </a:xfrm>
          <a:custGeom>
            <a:rect b="b" l="l" r="r" t="t"/>
            <a:pathLst>
              <a:path extrusionOk="0" h="1178560" w="1137285">
                <a:moveTo>
                  <a:pt x="0" y="0"/>
                </a:moveTo>
                <a:lnTo>
                  <a:pt x="1137285" y="0"/>
                </a:lnTo>
                <a:lnTo>
                  <a:pt x="1137285" y="1178560"/>
                </a:lnTo>
                <a:lnTo>
                  <a:pt x="0" y="1178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-95" l="0" r="-1" t="-96"/>
            </a:stretch>
          </a:blipFill>
          <a:ln>
            <a:noFill/>
          </a:ln>
        </p:spPr>
      </p:sp>
      <p:sp>
        <p:nvSpPr>
          <p:cNvPr id="196" name="Google Shape;196;p4"/>
          <p:cNvSpPr txBox="1"/>
          <p:nvPr/>
        </p:nvSpPr>
        <p:spPr>
          <a:xfrm>
            <a:off x="13648325" y="6195822"/>
            <a:ext cx="3536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INVISIBILIDAD COMERCIAL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8672132" y="6239808"/>
            <a:ext cx="39595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 MANUAL E INEFICIENTE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1028700" y="3767023"/>
            <a:ext cx="5604196" cy="126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PROBLEMA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1948567" y="4933312"/>
            <a:ext cx="342698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8" u="none" cap="none" strike="noStrike">
                <a:solidFill>
                  <a:srgbClr val="FFF6DB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523914" y="675637"/>
            <a:ext cx="4233710" cy="66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DUOC UC </a:t>
            </a:r>
            <a:endParaRPr/>
          </a:p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SEDE VIÑA DEL MAR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17294950" y="9357450"/>
            <a:ext cx="3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14075264" y="2791720"/>
            <a:ext cx="3219698" cy="1343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98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Local comercial poco visible y oculto al público general, con escaso flujo peatonal directo.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14379626" y="1777594"/>
            <a:ext cx="2610983" cy="75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UBICACIÓN DESFAVORABLE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13696045" y="8289103"/>
            <a:ext cx="348866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PROCESOS AUTOMATIZADOS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8764953" y="8289103"/>
            <a:ext cx="395959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SISTEMA DE VENTAS </a:t>
            </a:r>
            <a:endParaRPr/>
          </a:p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LINEA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"/>
          <p:cNvSpPr/>
          <p:nvPr/>
        </p:nvSpPr>
        <p:spPr>
          <a:xfrm rot="10800000"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24384000" y="13716000"/>
                </a:moveTo>
                <a:lnTo>
                  <a:pt x="0" y="13716000"/>
                </a:lnTo>
                <a:lnTo>
                  <a:pt x="0" y="0"/>
                </a:lnTo>
                <a:lnTo>
                  <a:pt x="24384000" y="0"/>
                </a:lnTo>
                <a:lnTo>
                  <a:pt x="24384000" y="13716000"/>
                </a:lnTo>
                <a:close/>
              </a:path>
            </a:pathLst>
          </a:custGeom>
          <a:gradFill>
            <a:gsLst>
              <a:gs pos="0">
                <a:srgbClr val="2B3D59"/>
              </a:gs>
              <a:gs pos="100000">
                <a:srgbClr val="03060C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</p:sp>
      <p:sp>
        <p:nvSpPr>
          <p:cNvPr id="215" name="Google Shape;215;p5"/>
          <p:cNvSpPr/>
          <p:nvPr/>
        </p:nvSpPr>
        <p:spPr>
          <a:xfrm flipH="1" rot="-8820000">
            <a:off x="4533281" y="-1077011"/>
            <a:ext cx="3863912" cy="3419570"/>
          </a:xfrm>
          <a:custGeom>
            <a:rect b="b" l="l" r="r" t="t"/>
            <a:pathLst>
              <a:path extrusionOk="0" h="4559427" w="5151882">
                <a:moveTo>
                  <a:pt x="0" y="4559427"/>
                </a:moveTo>
                <a:lnTo>
                  <a:pt x="5151882" y="4559427"/>
                </a:lnTo>
                <a:lnTo>
                  <a:pt x="5151882" y="0"/>
                </a:lnTo>
                <a:lnTo>
                  <a:pt x="0" y="0"/>
                </a:lnTo>
                <a:lnTo>
                  <a:pt x="0" y="4559427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-65" r="-65" t="0"/>
            </a:stretch>
          </a:blipFill>
          <a:ln>
            <a:noFill/>
          </a:ln>
        </p:spPr>
      </p:sp>
      <p:sp>
        <p:nvSpPr>
          <p:cNvPr id="216" name="Google Shape;216;p5"/>
          <p:cNvSpPr/>
          <p:nvPr/>
        </p:nvSpPr>
        <p:spPr>
          <a:xfrm>
            <a:off x="2069773" y="5844578"/>
            <a:ext cx="3687890" cy="3753517"/>
          </a:xfrm>
          <a:custGeom>
            <a:rect b="b" l="l" r="r" t="t"/>
            <a:pathLst>
              <a:path extrusionOk="0" h="5004689" w="4917186">
                <a:moveTo>
                  <a:pt x="0" y="0"/>
                </a:moveTo>
                <a:lnTo>
                  <a:pt x="4917186" y="0"/>
                </a:lnTo>
                <a:lnTo>
                  <a:pt x="4917186" y="5004689"/>
                </a:lnTo>
                <a:lnTo>
                  <a:pt x="0" y="500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" l="0" r="0" t="-54"/>
            </a:stretch>
          </a:blipFill>
          <a:ln>
            <a:noFill/>
          </a:ln>
        </p:spPr>
      </p:sp>
      <p:sp>
        <p:nvSpPr>
          <p:cNvPr id="217" name="Google Shape;217;p5"/>
          <p:cNvSpPr/>
          <p:nvPr/>
        </p:nvSpPr>
        <p:spPr>
          <a:xfrm>
            <a:off x="671455" y="826284"/>
            <a:ext cx="714470" cy="714470"/>
          </a:xfrm>
          <a:custGeom>
            <a:rect b="b" l="l" r="r" t="t"/>
            <a:pathLst>
              <a:path extrusionOk="0" h="952627" w="952627">
                <a:moveTo>
                  <a:pt x="0" y="0"/>
                </a:moveTo>
                <a:lnTo>
                  <a:pt x="952627" y="0"/>
                </a:lnTo>
                <a:lnTo>
                  <a:pt x="952627" y="952627"/>
                </a:lnTo>
                <a:lnTo>
                  <a:pt x="0" y="952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5"/>
          <p:cNvSpPr/>
          <p:nvPr/>
        </p:nvSpPr>
        <p:spPr>
          <a:xfrm>
            <a:off x="10920603" y="350196"/>
            <a:ext cx="7367397" cy="1239383"/>
          </a:xfrm>
          <a:custGeom>
            <a:rect b="b" l="l" r="r" t="t"/>
            <a:pathLst>
              <a:path extrusionOk="0" h="1239383" w="7367397">
                <a:moveTo>
                  <a:pt x="0" y="0"/>
                </a:moveTo>
                <a:lnTo>
                  <a:pt x="7367397" y="0"/>
                </a:lnTo>
                <a:lnTo>
                  <a:pt x="7367397" y="1239384"/>
                </a:lnTo>
                <a:lnTo>
                  <a:pt x="0" y="1239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5"/>
          <p:cNvSpPr/>
          <p:nvPr/>
        </p:nvSpPr>
        <p:spPr>
          <a:xfrm>
            <a:off x="9111463" y="1795415"/>
            <a:ext cx="9176537" cy="1494434"/>
          </a:xfrm>
          <a:custGeom>
            <a:rect b="b" l="l" r="r" t="t"/>
            <a:pathLst>
              <a:path extrusionOk="0" h="1494434" w="9176537">
                <a:moveTo>
                  <a:pt x="0" y="0"/>
                </a:moveTo>
                <a:lnTo>
                  <a:pt x="9176537" y="0"/>
                </a:lnTo>
                <a:lnTo>
                  <a:pt x="9176537" y="1494434"/>
                </a:lnTo>
                <a:lnTo>
                  <a:pt x="0" y="1494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5"/>
          <p:cNvSpPr/>
          <p:nvPr/>
        </p:nvSpPr>
        <p:spPr>
          <a:xfrm>
            <a:off x="8396945" y="974912"/>
            <a:ext cx="1869567" cy="2992184"/>
          </a:xfrm>
          <a:custGeom>
            <a:rect b="b" l="l" r="r" t="t"/>
            <a:pathLst>
              <a:path extrusionOk="0" h="3989578" w="2492756">
                <a:moveTo>
                  <a:pt x="0" y="0"/>
                </a:moveTo>
                <a:lnTo>
                  <a:pt x="2492756" y="0"/>
                </a:lnTo>
                <a:lnTo>
                  <a:pt x="2492756" y="3989578"/>
                </a:lnTo>
                <a:lnTo>
                  <a:pt x="0" y="3989578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816" l="0" r="-2" t="-3816"/>
            </a:stretch>
          </a:blipFill>
          <a:ln>
            <a:noFill/>
          </a:ln>
        </p:spPr>
      </p:sp>
      <p:sp>
        <p:nvSpPr>
          <p:cNvPr id="221" name="Google Shape;221;p5"/>
          <p:cNvSpPr/>
          <p:nvPr/>
        </p:nvSpPr>
        <p:spPr>
          <a:xfrm>
            <a:off x="10771165" y="3676660"/>
            <a:ext cx="7516835" cy="1329738"/>
          </a:xfrm>
          <a:custGeom>
            <a:rect b="b" l="l" r="r" t="t"/>
            <a:pathLst>
              <a:path extrusionOk="0" h="1329738" w="7516835">
                <a:moveTo>
                  <a:pt x="0" y="0"/>
                </a:moveTo>
                <a:lnTo>
                  <a:pt x="7516835" y="0"/>
                </a:lnTo>
                <a:lnTo>
                  <a:pt x="7516835" y="1329737"/>
                </a:lnTo>
                <a:lnTo>
                  <a:pt x="0" y="1329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5"/>
          <p:cNvSpPr/>
          <p:nvPr/>
        </p:nvSpPr>
        <p:spPr>
          <a:xfrm>
            <a:off x="9144000" y="5212223"/>
            <a:ext cx="9176537" cy="1494434"/>
          </a:xfrm>
          <a:custGeom>
            <a:rect b="b" l="l" r="r" t="t"/>
            <a:pathLst>
              <a:path extrusionOk="0" h="1494434" w="9176537">
                <a:moveTo>
                  <a:pt x="0" y="0"/>
                </a:moveTo>
                <a:lnTo>
                  <a:pt x="9176537" y="0"/>
                </a:lnTo>
                <a:lnTo>
                  <a:pt x="9176537" y="1494434"/>
                </a:lnTo>
                <a:lnTo>
                  <a:pt x="0" y="1494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5"/>
          <p:cNvSpPr/>
          <p:nvPr/>
        </p:nvSpPr>
        <p:spPr>
          <a:xfrm>
            <a:off x="10966513" y="2070297"/>
            <a:ext cx="1030510" cy="984123"/>
          </a:xfrm>
          <a:custGeom>
            <a:rect b="b" l="l" r="r" t="t"/>
            <a:pathLst>
              <a:path extrusionOk="0" h="1312164" w="1374013">
                <a:moveTo>
                  <a:pt x="0" y="0"/>
                </a:moveTo>
                <a:lnTo>
                  <a:pt x="1374013" y="0"/>
                </a:lnTo>
                <a:lnTo>
                  <a:pt x="1374013" y="1312164"/>
                </a:lnTo>
                <a:lnTo>
                  <a:pt x="0" y="1312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252" l="0" r="0" t="-252"/>
            </a:stretch>
          </a:blipFill>
          <a:ln>
            <a:noFill/>
          </a:ln>
        </p:spPr>
      </p:sp>
      <p:sp>
        <p:nvSpPr>
          <p:cNvPr id="224" name="Google Shape;224;p5"/>
          <p:cNvSpPr/>
          <p:nvPr/>
        </p:nvSpPr>
        <p:spPr>
          <a:xfrm rot="-1068360">
            <a:off x="8087339" y="4203253"/>
            <a:ext cx="1560481" cy="2082546"/>
          </a:xfrm>
          <a:custGeom>
            <a:rect b="b" l="l" r="r" t="t"/>
            <a:pathLst>
              <a:path extrusionOk="0" h="2776728" w="2080641">
                <a:moveTo>
                  <a:pt x="0" y="0"/>
                </a:moveTo>
                <a:lnTo>
                  <a:pt x="2080641" y="0"/>
                </a:lnTo>
                <a:lnTo>
                  <a:pt x="2080641" y="2776728"/>
                </a:lnTo>
                <a:lnTo>
                  <a:pt x="0" y="2776728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2226" l="0" r="-1" t="-2224"/>
            </a:stretch>
          </a:blipFill>
          <a:ln>
            <a:noFill/>
          </a:ln>
        </p:spPr>
      </p:sp>
      <p:sp>
        <p:nvSpPr>
          <p:cNvPr id="225" name="Google Shape;225;p5"/>
          <p:cNvSpPr/>
          <p:nvPr/>
        </p:nvSpPr>
        <p:spPr>
          <a:xfrm rot="-1068360">
            <a:off x="8927937" y="5202170"/>
            <a:ext cx="1504950" cy="2008441"/>
          </a:xfrm>
          <a:custGeom>
            <a:rect b="b" l="l" r="r" t="t"/>
            <a:pathLst>
              <a:path extrusionOk="0" h="2677922" w="2006600">
                <a:moveTo>
                  <a:pt x="0" y="0"/>
                </a:moveTo>
                <a:lnTo>
                  <a:pt x="2006600" y="0"/>
                </a:lnTo>
                <a:lnTo>
                  <a:pt x="2006600" y="2677922"/>
                </a:lnTo>
                <a:lnTo>
                  <a:pt x="0" y="2677922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2227" l="0" r="-1" t="-2224"/>
            </a:stretch>
          </a:blipFill>
          <a:ln>
            <a:noFill/>
          </a:ln>
        </p:spPr>
      </p:sp>
      <p:sp>
        <p:nvSpPr>
          <p:cNvPr id="226" name="Google Shape;226;p5"/>
          <p:cNvSpPr/>
          <p:nvPr/>
        </p:nvSpPr>
        <p:spPr>
          <a:xfrm>
            <a:off x="10920603" y="5492791"/>
            <a:ext cx="896016" cy="896016"/>
          </a:xfrm>
          <a:custGeom>
            <a:rect b="b" l="l" r="r" t="t"/>
            <a:pathLst>
              <a:path extrusionOk="0" h="1194689" w="1194689">
                <a:moveTo>
                  <a:pt x="0" y="0"/>
                </a:moveTo>
                <a:lnTo>
                  <a:pt x="1194689" y="0"/>
                </a:lnTo>
                <a:lnTo>
                  <a:pt x="1194689" y="1194689"/>
                </a:lnTo>
                <a:lnTo>
                  <a:pt x="0" y="119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-1" l="0" r="-1" t="0"/>
            </a:stretch>
          </a:blipFill>
          <a:ln>
            <a:noFill/>
          </a:ln>
        </p:spPr>
      </p:sp>
      <p:sp>
        <p:nvSpPr>
          <p:cNvPr id="227" name="Google Shape;227;p5"/>
          <p:cNvSpPr/>
          <p:nvPr/>
        </p:nvSpPr>
        <p:spPr>
          <a:xfrm>
            <a:off x="10771165" y="6989235"/>
            <a:ext cx="7516835" cy="1269044"/>
          </a:xfrm>
          <a:custGeom>
            <a:rect b="b" l="l" r="r" t="t"/>
            <a:pathLst>
              <a:path extrusionOk="0" h="1269044" w="7516835">
                <a:moveTo>
                  <a:pt x="0" y="0"/>
                </a:moveTo>
                <a:lnTo>
                  <a:pt x="7516835" y="0"/>
                </a:lnTo>
                <a:lnTo>
                  <a:pt x="7516835" y="1269045"/>
                </a:lnTo>
                <a:lnTo>
                  <a:pt x="0" y="1269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5"/>
          <p:cNvSpPr/>
          <p:nvPr/>
        </p:nvSpPr>
        <p:spPr>
          <a:xfrm>
            <a:off x="9111463" y="8524808"/>
            <a:ext cx="9176537" cy="1494434"/>
          </a:xfrm>
          <a:custGeom>
            <a:rect b="b" l="l" r="r" t="t"/>
            <a:pathLst>
              <a:path extrusionOk="0" h="1494434" w="9176537">
                <a:moveTo>
                  <a:pt x="0" y="0"/>
                </a:moveTo>
                <a:lnTo>
                  <a:pt x="9176537" y="0"/>
                </a:lnTo>
                <a:lnTo>
                  <a:pt x="9176537" y="1494435"/>
                </a:lnTo>
                <a:lnTo>
                  <a:pt x="0" y="1494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5"/>
          <p:cNvSpPr/>
          <p:nvPr/>
        </p:nvSpPr>
        <p:spPr>
          <a:xfrm>
            <a:off x="8114024" y="7405211"/>
            <a:ext cx="2059972" cy="2894362"/>
          </a:xfrm>
          <a:custGeom>
            <a:rect b="b" l="l" r="r" t="t"/>
            <a:pathLst>
              <a:path extrusionOk="0" h="3859149" w="2746629">
                <a:moveTo>
                  <a:pt x="0" y="0"/>
                </a:moveTo>
                <a:lnTo>
                  <a:pt x="2746629" y="0"/>
                </a:lnTo>
                <a:lnTo>
                  <a:pt x="2746629" y="3859149"/>
                </a:lnTo>
                <a:lnTo>
                  <a:pt x="0" y="3859149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-20252" r="-20251" t="0"/>
            </a:stretch>
          </a:blipFill>
          <a:ln>
            <a:noFill/>
          </a:ln>
        </p:spPr>
      </p:sp>
      <p:sp>
        <p:nvSpPr>
          <p:cNvPr id="230" name="Google Shape;230;p5"/>
          <p:cNvSpPr/>
          <p:nvPr/>
        </p:nvSpPr>
        <p:spPr>
          <a:xfrm>
            <a:off x="10414502" y="8852887"/>
            <a:ext cx="1118425" cy="810864"/>
          </a:xfrm>
          <a:custGeom>
            <a:rect b="b" l="l" r="r" t="t"/>
            <a:pathLst>
              <a:path extrusionOk="0" h="1081151" w="1491234">
                <a:moveTo>
                  <a:pt x="0" y="0"/>
                </a:moveTo>
                <a:lnTo>
                  <a:pt x="1491234" y="0"/>
                </a:lnTo>
                <a:lnTo>
                  <a:pt x="1491234" y="1081151"/>
                </a:lnTo>
                <a:lnTo>
                  <a:pt x="0" y="10811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3" l="-75" r="-72" t="0"/>
            </a:stretch>
          </a:blipFill>
          <a:ln>
            <a:noFill/>
          </a:ln>
        </p:spPr>
      </p:sp>
      <p:sp>
        <p:nvSpPr>
          <p:cNvPr id="231" name="Google Shape;231;p5"/>
          <p:cNvSpPr txBox="1"/>
          <p:nvPr/>
        </p:nvSpPr>
        <p:spPr>
          <a:xfrm>
            <a:off x="12585964" y="673884"/>
            <a:ext cx="511444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6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PRESENCIA OMNICANAL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1028700" y="3767023"/>
            <a:ext cx="5754843" cy="126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NECESIDAD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12105465" y="1958073"/>
            <a:ext cx="5999683" cy="111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e-commerce accesible y optimizado para móviles que supere la barrera de la ubicación física y aumente la visibilidad del negocio. 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2192626" y="4998930"/>
            <a:ext cx="342698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8" u="none" cap="none" strike="noStrike">
                <a:solidFill>
                  <a:srgbClr val="FFF6DB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1523914" y="830466"/>
            <a:ext cx="4233710" cy="66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DUOC UC </a:t>
            </a:r>
            <a:endParaRPr/>
          </a:p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SEDE VIÑA DEL MAR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671455" y="9304439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11201486" y="4014778"/>
            <a:ext cx="691434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DIGITALIZACIÓN CENTRALIZADA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12138012" y="5541569"/>
            <a:ext cx="6010361" cy="782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Migrar el inventario físico a una base de datos propia y en tiempo real que evite errores de stock. </a:t>
            </a:r>
            <a:endParaRPr/>
          </a:p>
        </p:txBody>
      </p:sp>
      <p:sp>
        <p:nvSpPr>
          <p:cNvPr id="239" name="Google Shape;239;p5"/>
          <p:cNvSpPr txBox="1"/>
          <p:nvPr/>
        </p:nvSpPr>
        <p:spPr>
          <a:xfrm>
            <a:off x="11201486" y="7329287"/>
            <a:ext cx="691434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AUTOMATIZACIÓN Y MÉTRICAS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11771014" y="8829780"/>
            <a:ext cx="6331744" cy="782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Módulo transaccional para torneos (vía WhatsApp) y reporte ejecutivo con IA/BI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 rot="10800000">
            <a:off x="32537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24384000" y="13716000"/>
                </a:moveTo>
                <a:lnTo>
                  <a:pt x="0" y="13716000"/>
                </a:lnTo>
                <a:lnTo>
                  <a:pt x="0" y="0"/>
                </a:lnTo>
                <a:lnTo>
                  <a:pt x="24384000" y="0"/>
                </a:lnTo>
                <a:lnTo>
                  <a:pt x="24384000" y="13716000"/>
                </a:lnTo>
                <a:close/>
              </a:path>
            </a:pathLst>
          </a:custGeom>
          <a:gradFill>
            <a:gsLst>
              <a:gs pos="0">
                <a:srgbClr val="2B3D59"/>
              </a:gs>
              <a:gs pos="100000">
                <a:srgbClr val="03060C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</p:sp>
      <p:sp>
        <p:nvSpPr>
          <p:cNvPr id="250" name="Google Shape;250;p6"/>
          <p:cNvSpPr/>
          <p:nvPr/>
        </p:nvSpPr>
        <p:spPr>
          <a:xfrm flipH="1" rot="-8820000">
            <a:off x="4533281" y="-1077011"/>
            <a:ext cx="3863912" cy="3419570"/>
          </a:xfrm>
          <a:custGeom>
            <a:rect b="b" l="l" r="r" t="t"/>
            <a:pathLst>
              <a:path extrusionOk="0" h="4559427" w="5151882">
                <a:moveTo>
                  <a:pt x="0" y="4559427"/>
                </a:moveTo>
                <a:lnTo>
                  <a:pt x="5151882" y="4559427"/>
                </a:lnTo>
                <a:lnTo>
                  <a:pt x="5151882" y="0"/>
                </a:lnTo>
                <a:lnTo>
                  <a:pt x="0" y="0"/>
                </a:lnTo>
                <a:lnTo>
                  <a:pt x="0" y="4559427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-65" r="-65" t="0"/>
            </a:stretch>
          </a:blipFill>
          <a:ln>
            <a:noFill/>
          </a:ln>
        </p:spPr>
      </p:sp>
      <p:sp>
        <p:nvSpPr>
          <p:cNvPr id="251" name="Google Shape;251;p6"/>
          <p:cNvSpPr/>
          <p:nvPr/>
        </p:nvSpPr>
        <p:spPr>
          <a:xfrm>
            <a:off x="671455" y="826284"/>
            <a:ext cx="714470" cy="714470"/>
          </a:xfrm>
          <a:custGeom>
            <a:rect b="b" l="l" r="r" t="t"/>
            <a:pathLst>
              <a:path extrusionOk="0" h="952627" w="952627">
                <a:moveTo>
                  <a:pt x="0" y="0"/>
                </a:moveTo>
                <a:lnTo>
                  <a:pt x="952627" y="0"/>
                </a:lnTo>
                <a:lnTo>
                  <a:pt x="952627" y="952627"/>
                </a:lnTo>
                <a:lnTo>
                  <a:pt x="0" y="952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6"/>
          <p:cNvSpPr/>
          <p:nvPr/>
        </p:nvSpPr>
        <p:spPr>
          <a:xfrm>
            <a:off x="10920603" y="350196"/>
            <a:ext cx="7367397" cy="1239383"/>
          </a:xfrm>
          <a:custGeom>
            <a:rect b="b" l="l" r="r" t="t"/>
            <a:pathLst>
              <a:path extrusionOk="0" h="1239383" w="7367397">
                <a:moveTo>
                  <a:pt x="0" y="0"/>
                </a:moveTo>
                <a:lnTo>
                  <a:pt x="7367397" y="0"/>
                </a:lnTo>
                <a:lnTo>
                  <a:pt x="7367397" y="1239384"/>
                </a:lnTo>
                <a:lnTo>
                  <a:pt x="0" y="1239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6"/>
          <p:cNvSpPr/>
          <p:nvPr/>
        </p:nvSpPr>
        <p:spPr>
          <a:xfrm>
            <a:off x="9111463" y="1795415"/>
            <a:ext cx="9176537" cy="1494434"/>
          </a:xfrm>
          <a:custGeom>
            <a:rect b="b" l="l" r="r" t="t"/>
            <a:pathLst>
              <a:path extrusionOk="0" h="1494434" w="9176537">
                <a:moveTo>
                  <a:pt x="0" y="0"/>
                </a:moveTo>
                <a:lnTo>
                  <a:pt x="9176537" y="0"/>
                </a:lnTo>
                <a:lnTo>
                  <a:pt x="9176537" y="1494434"/>
                </a:lnTo>
                <a:lnTo>
                  <a:pt x="0" y="1494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6"/>
          <p:cNvSpPr/>
          <p:nvPr/>
        </p:nvSpPr>
        <p:spPr>
          <a:xfrm>
            <a:off x="10771165" y="3676660"/>
            <a:ext cx="7516835" cy="1329738"/>
          </a:xfrm>
          <a:custGeom>
            <a:rect b="b" l="l" r="r" t="t"/>
            <a:pathLst>
              <a:path extrusionOk="0" h="1329738" w="7516835">
                <a:moveTo>
                  <a:pt x="0" y="0"/>
                </a:moveTo>
                <a:lnTo>
                  <a:pt x="7516835" y="0"/>
                </a:lnTo>
                <a:lnTo>
                  <a:pt x="7516835" y="1329737"/>
                </a:lnTo>
                <a:lnTo>
                  <a:pt x="0" y="1329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6"/>
          <p:cNvSpPr/>
          <p:nvPr/>
        </p:nvSpPr>
        <p:spPr>
          <a:xfrm>
            <a:off x="9144000" y="5212223"/>
            <a:ext cx="9176537" cy="1494434"/>
          </a:xfrm>
          <a:custGeom>
            <a:rect b="b" l="l" r="r" t="t"/>
            <a:pathLst>
              <a:path extrusionOk="0" h="1494434" w="9176537">
                <a:moveTo>
                  <a:pt x="0" y="0"/>
                </a:moveTo>
                <a:lnTo>
                  <a:pt x="9176537" y="0"/>
                </a:lnTo>
                <a:lnTo>
                  <a:pt x="9176537" y="1494434"/>
                </a:lnTo>
                <a:lnTo>
                  <a:pt x="0" y="1494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6"/>
          <p:cNvSpPr/>
          <p:nvPr/>
        </p:nvSpPr>
        <p:spPr>
          <a:xfrm>
            <a:off x="10658675" y="2134819"/>
            <a:ext cx="1030510" cy="984123"/>
          </a:xfrm>
          <a:custGeom>
            <a:rect b="b" l="l" r="r" t="t"/>
            <a:pathLst>
              <a:path extrusionOk="0" h="1312164" w="1374013">
                <a:moveTo>
                  <a:pt x="0" y="0"/>
                </a:moveTo>
                <a:lnTo>
                  <a:pt x="1374013" y="0"/>
                </a:lnTo>
                <a:lnTo>
                  <a:pt x="1374013" y="1312164"/>
                </a:lnTo>
                <a:lnTo>
                  <a:pt x="0" y="1312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52" l="0" r="0" t="-252"/>
            </a:stretch>
          </a:blipFill>
          <a:ln>
            <a:noFill/>
          </a:ln>
        </p:spPr>
      </p:sp>
      <p:sp>
        <p:nvSpPr>
          <p:cNvPr id="257" name="Google Shape;257;p6"/>
          <p:cNvSpPr/>
          <p:nvPr/>
        </p:nvSpPr>
        <p:spPr>
          <a:xfrm>
            <a:off x="10472595" y="5565686"/>
            <a:ext cx="896016" cy="896016"/>
          </a:xfrm>
          <a:custGeom>
            <a:rect b="b" l="l" r="r" t="t"/>
            <a:pathLst>
              <a:path extrusionOk="0" h="1194689" w="1194689">
                <a:moveTo>
                  <a:pt x="0" y="0"/>
                </a:moveTo>
                <a:lnTo>
                  <a:pt x="1194689" y="0"/>
                </a:lnTo>
                <a:lnTo>
                  <a:pt x="1194689" y="1194689"/>
                </a:lnTo>
                <a:lnTo>
                  <a:pt x="0" y="119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" l="0" r="-1" t="0"/>
            </a:stretch>
          </a:blipFill>
          <a:ln>
            <a:noFill/>
          </a:ln>
        </p:spPr>
      </p:sp>
      <p:sp>
        <p:nvSpPr>
          <p:cNvPr id="258" name="Google Shape;258;p6"/>
          <p:cNvSpPr/>
          <p:nvPr/>
        </p:nvSpPr>
        <p:spPr>
          <a:xfrm>
            <a:off x="10771165" y="6989235"/>
            <a:ext cx="7516835" cy="1269044"/>
          </a:xfrm>
          <a:custGeom>
            <a:rect b="b" l="l" r="r" t="t"/>
            <a:pathLst>
              <a:path extrusionOk="0" h="1269044" w="7516835">
                <a:moveTo>
                  <a:pt x="0" y="0"/>
                </a:moveTo>
                <a:lnTo>
                  <a:pt x="7516835" y="0"/>
                </a:lnTo>
                <a:lnTo>
                  <a:pt x="7516835" y="1269045"/>
                </a:lnTo>
                <a:lnTo>
                  <a:pt x="0" y="1269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6"/>
          <p:cNvSpPr/>
          <p:nvPr/>
        </p:nvSpPr>
        <p:spPr>
          <a:xfrm>
            <a:off x="9111463" y="8524808"/>
            <a:ext cx="9176537" cy="1494434"/>
          </a:xfrm>
          <a:custGeom>
            <a:rect b="b" l="l" r="r" t="t"/>
            <a:pathLst>
              <a:path extrusionOk="0" h="1494434" w="9176537">
                <a:moveTo>
                  <a:pt x="0" y="0"/>
                </a:moveTo>
                <a:lnTo>
                  <a:pt x="9176537" y="0"/>
                </a:lnTo>
                <a:lnTo>
                  <a:pt x="9176537" y="1494435"/>
                </a:lnTo>
                <a:lnTo>
                  <a:pt x="0" y="1494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6"/>
          <p:cNvSpPr/>
          <p:nvPr/>
        </p:nvSpPr>
        <p:spPr>
          <a:xfrm>
            <a:off x="10414502" y="8852887"/>
            <a:ext cx="1118425" cy="810864"/>
          </a:xfrm>
          <a:custGeom>
            <a:rect b="b" l="l" r="r" t="t"/>
            <a:pathLst>
              <a:path extrusionOk="0" h="1081151" w="1491234">
                <a:moveTo>
                  <a:pt x="0" y="0"/>
                </a:moveTo>
                <a:lnTo>
                  <a:pt x="1491234" y="0"/>
                </a:lnTo>
                <a:lnTo>
                  <a:pt x="1491234" y="1081151"/>
                </a:lnTo>
                <a:lnTo>
                  <a:pt x="0" y="10811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3" l="-75" r="-72" t="0"/>
            </a:stretch>
          </a:blipFill>
          <a:ln>
            <a:noFill/>
          </a:ln>
        </p:spPr>
      </p:sp>
      <p:sp>
        <p:nvSpPr>
          <p:cNvPr id="261" name="Google Shape;261;p6"/>
          <p:cNvSpPr/>
          <p:nvPr/>
        </p:nvSpPr>
        <p:spPr>
          <a:xfrm>
            <a:off x="7450731" y="4614853"/>
            <a:ext cx="2589561" cy="2138839"/>
          </a:xfrm>
          <a:custGeom>
            <a:rect b="b" l="l" r="r" t="t"/>
            <a:pathLst>
              <a:path extrusionOk="0" h="2851785" w="3452749">
                <a:moveTo>
                  <a:pt x="0" y="0"/>
                </a:moveTo>
                <a:lnTo>
                  <a:pt x="3452749" y="0"/>
                </a:lnTo>
                <a:lnTo>
                  <a:pt x="3452749" y="2851785"/>
                </a:lnTo>
                <a:lnTo>
                  <a:pt x="0" y="28517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606" l="0" r="1" t="-605"/>
            </a:stretch>
          </a:blipFill>
          <a:ln>
            <a:noFill/>
          </a:ln>
        </p:spPr>
      </p:sp>
      <p:sp>
        <p:nvSpPr>
          <p:cNvPr id="262" name="Google Shape;262;p6"/>
          <p:cNvSpPr/>
          <p:nvPr/>
        </p:nvSpPr>
        <p:spPr>
          <a:xfrm>
            <a:off x="7705649" y="8078743"/>
            <a:ext cx="2622232" cy="1852041"/>
          </a:xfrm>
          <a:custGeom>
            <a:rect b="b" l="l" r="r" t="t"/>
            <a:pathLst>
              <a:path extrusionOk="0" h="2469388" w="3496310">
                <a:moveTo>
                  <a:pt x="0" y="0"/>
                </a:moveTo>
                <a:lnTo>
                  <a:pt x="3496310" y="0"/>
                </a:lnTo>
                <a:lnTo>
                  <a:pt x="3496310" y="2469388"/>
                </a:lnTo>
                <a:lnTo>
                  <a:pt x="0" y="2469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-2660" l="0" r="1" t="-2659"/>
            </a:stretch>
          </a:blipFill>
          <a:ln>
            <a:noFill/>
          </a:ln>
        </p:spPr>
      </p:sp>
      <p:sp>
        <p:nvSpPr>
          <p:cNvPr id="263" name="Google Shape;263;p6"/>
          <p:cNvSpPr/>
          <p:nvPr/>
        </p:nvSpPr>
        <p:spPr>
          <a:xfrm>
            <a:off x="1835191" y="5801230"/>
            <a:ext cx="3687890" cy="3753517"/>
          </a:xfrm>
          <a:custGeom>
            <a:rect b="b" l="l" r="r" t="t"/>
            <a:pathLst>
              <a:path extrusionOk="0" h="5004689" w="4917186">
                <a:moveTo>
                  <a:pt x="0" y="0"/>
                </a:moveTo>
                <a:lnTo>
                  <a:pt x="4917186" y="0"/>
                </a:lnTo>
                <a:lnTo>
                  <a:pt x="4917186" y="5004689"/>
                </a:lnTo>
                <a:lnTo>
                  <a:pt x="0" y="500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-54" l="0" r="0" t="-54"/>
            </a:stretch>
          </a:blipFill>
          <a:ln>
            <a:noFill/>
          </a:ln>
        </p:spPr>
      </p:sp>
      <p:sp>
        <p:nvSpPr>
          <p:cNvPr id="264" name="Google Shape;264;p6"/>
          <p:cNvSpPr/>
          <p:nvPr/>
        </p:nvSpPr>
        <p:spPr>
          <a:xfrm>
            <a:off x="7248592" y="1538488"/>
            <a:ext cx="2993803" cy="1751362"/>
          </a:xfrm>
          <a:custGeom>
            <a:rect b="b" l="l" r="r" t="t"/>
            <a:pathLst>
              <a:path extrusionOk="0" h="2335149" w="3991737">
                <a:moveTo>
                  <a:pt x="0" y="0"/>
                </a:moveTo>
                <a:lnTo>
                  <a:pt x="3991737" y="0"/>
                </a:lnTo>
                <a:lnTo>
                  <a:pt x="3991737" y="2335149"/>
                </a:lnTo>
                <a:lnTo>
                  <a:pt x="0" y="2335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-149" l="0" r="0" t="-149"/>
            </a:stretch>
          </a:blipFill>
          <a:ln>
            <a:noFill/>
          </a:ln>
        </p:spPr>
      </p:sp>
      <p:sp>
        <p:nvSpPr>
          <p:cNvPr id="265" name="Google Shape;265;p6"/>
          <p:cNvSpPr txBox="1"/>
          <p:nvPr/>
        </p:nvSpPr>
        <p:spPr>
          <a:xfrm>
            <a:off x="13471436" y="673884"/>
            <a:ext cx="3343513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69" u="none" cap="none" strike="noStrik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SAAS A MEDIDA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1028700" y="3767023"/>
            <a:ext cx="5260781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SOLUCION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12105465" y="1958073"/>
            <a:ext cx="5999683" cy="111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e-commerce accesible y optimizado para móviles que supere la barrera de la ubicación física y aumente la visibilidad del negocio. 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2192626" y="4998930"/>
            <a:ext cx="342698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8" u="none" cap="none" strike="noStrike">
                <a:solidFill>
                  <a:srgbClr val="FFF6DB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1523914" y="830466"/>
            <a:ext cx="4233710" cy="66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DUOC UC </a:t>
            </a:r>
            <a:endParaRPr/>
          </a:p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SEDE VIÑA DEL MAR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883444" y="9276398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/>
          </a:p>
        </p:txBody>
      </p:sp>
      <p:sp>
        <p:nvSpPr>
          <p:cNvPr id="271" name="Google Shape;271;p6"/>
          <p:cNvSpPr txBox="1"/>
          <p:nvPr/>
        </p:nvSpPr>
        <p:spPr>
          <a:xfrm>
            <a:off x="11201486" y="4014778"/>
            <a:ext cx="691434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70" u="none" cap="none" strike="noStrik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VITRINA DIGITAL OPTIMIZADA</a:t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11532889" y="5415972"/>
            <a:ext cx="6591433" cy="111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Sitio web de alto impacto visual y rápido rendimiento (Next.js/Tailwind) para darle visibilidad total a la tienda y captar clientes fuera del local físico</a:t>
            </a:r>
            <a:endParaRPr/>
          </a:p>
        </p:txBody>
      </p:sp>
      <p:sp>
        <p:nvSpPr>
          <p:cNvPr id="273" name="Google Shape;273;p6"/>
          <p:cNvSpPr txBox="1"/>
          <p:nvPr/>
        </p:nvSpPr>
        <p:spPr>
          <a:xfrm>
            <a:off x="11190808" y="7173392"/>
            <a:ext cx="691434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70" u="none" cap="none" strike="noStrik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DASHBOARD CON IA Y BUSINESS INTELLIGENCE</a:t>
            </a:r>
            <a:endParaRPr/>
          </a:p>
        </p:txBody>
      </p:sp>
      <p:sp>
        <p:nvSpPr>
          <p:cNvPr id="274" name="Google Shape;274;p6"/>
          <p:cNvSpPr txBox="1"/>
          <p:nvPr/>
        </p:nvSpPr>
        <p:spPr>
          <a:xfrm>
            <a:off x="11532889" y="8639280"/>
            <a:ext cx="6572260" cy="111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Panel administrativo con gráficos y modelos de Inteligencia Artificial que generan reportes predictivos de demanda para guiar decisiones de compra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3" name="Google Shape;283;p7"/>
          <p:cNvGraphicFramePr/>
          <p:nvPr/>
        </p:nvGraphicFramePr>
        <p:xfrm>
          <a:off x="758711" y="5407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{7AFAE40F-5545-48A1-9632-00701D8653FB}</a:tableStyleId>
              </a:tblPr>
              <a:tblGrid>
                <a:gridCol w="1299725"/>
                <a:gridCol w="6904475"/>
              </a:tblGrid>
              <a:tr h="63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Requisito funcional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RF01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usuarios y autenticación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RF02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Visualización y gestión del catálogo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RF03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categorías y subcategorías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RF04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y control de inventario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RF05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Carrito y generación de órdenes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RF06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Procesamiento y validación de pagos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RF07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e inscripción a torneos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1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RF08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Dashboard administrativo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1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RF09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Generación de reportes y BI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RF10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Predicción de demanda mediante IA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81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RF11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Automatización de comunicaciones/WhatsApp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7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RF12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información del cliente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Google Shape;284;p7"/>
          <p:cNvGraphicFramePr/>
          <p:nvPr/>
        </p:nvGraphicFramePr>
        <p:xfrm>
          <a:off x="9435619" y="5407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{7AFAE40F-5545-48A1-9632-00701D8653FB}</a:tableStyleId>
              </a:tblPr>
              <a:tblGrid>
                <a:gridCol w="1329950"/>
                <a:gridCol w="5036025"/>
                <a:gridCol w="1901725"/>
              </a:tblGrid>
              <a:tr h="78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Requisito no funcional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99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Prioridad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92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RNF01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Seguridad y autenticación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80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RNF02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Protección de datos personales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103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RNF03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Integridad y consistencia de datos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8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RNF04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Rendimiento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101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RNF05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Diseño responsive / Mobile-First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87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RNF06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Usabilidad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97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RNF07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🟡 Media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  <a:tr h="946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9D7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RNF08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Disponibilidad y confiabilidad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15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1B2E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7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/>
          </a:p>
        </p:txBody>
      </p:sp>
      <p:pic>
        <p:nvPicPr>
          <p:cNvPr id="286" name="Google Shape;28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7541576" cy="154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/>
          <p:nvPr/>
        </p:nvSpPr>
        <p:spPr>
          <a:xfrm rot="1242660">
            <a:off x="12881962" y="-1109529"/>
            <a:ext cx="8062912" cy="3960876"/>
          </a:xfrm>
          <a:custGeom>
            <a:rect b="b" l="l" r="r" t="t"/>
            <a:pathLst>
              <a:path extrusionOk="0" h="5281168" w="10750550">
                <a:moveTo>
                  <a:pt x="0" y="0"/>
                </a:moveTo>
                <a:lnTo>
                  <a:pt x="10750550" y="0"/>
                </a:lnTo>
                <a:lnTo>
                  <a:pt x="10750550" y="5281168"/>
                </a:lnTo>
                <a:lnTo>
                  <a:pt x="0" y="5281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5" l="0" r="0" t="-95"/>
            </a:stretch>
          </a:blipFill>
          <a:ln>
            <a:noFill/>
          </a:ln>
        </p:spPr>
      </p:sp>
      <p:sp>
        <p:nvSpPr>
          <p:cNvPr id="296" name="Google Shape;296;p8"/>
          <p:cNvSpPr/>
          <p:nvPr/>
        </p:nvSpPr>
        <p:spPr>
          <a:xfrm rot="-849360">
            <a:off x="12578153" y="8724167"/>
            <a:ext cx="8062912" cy="3960876"/>
          </a:xfrm>
          <a:custGeom>
            <a:rect b="b" l="l" r="r" t="t"/>
            <a:pathLst>
              <a:path extrusionOk="0" h="5281168" w="10750550">
                <a:moveTo>
                  <a:pt x="0" y="0"/>
                </a:moveTo>
                <a:lnTo>
                  <a:pt x="10750550" y="0"/>
                </a:lnTo>
                <a:lnTo>
                  <a:pt x="10750550" y="5281168"/>
                </a:lnTo>
                <a:lnTo>
                  <a:pt x="0" y="5281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5" l="0" r="0" t="-95"/>
            </a:stretch>
          </a:blipFill>
          <a:ln>
            <a:noFill/>
          </a:ln>
        </p:spPr>
      </p:sp>
      <p:sp>
        <p:nvSpPr>
          <p:cNvPr id="297" name="Google Shape;297;p8"/>
          <p:cNvSpPr/>
          <p:nvPr/>
        </p:nvSpPr>
        <p:spPr>
          <a:xfrm>
            <a:off x="10329224" y="2123103"/>
            <a:ext cx="6713315" cy="6738556"/>
          </a:xfrm>
          <a:custGeom>
            <a:rect b="b" l="l" r="r" t="t"/>
            <a:pathLst>
              <a:path extrusionOk="0" h="8984742" w="8951087">
                <a:moveTo>
                  <a:pt x="0" y="0"/>
                </a:moveTo>
                <a:lnTo>
                  <a:pt x="8951087" y="0"/>
                </a:lnTo>
                <a:lnTo>
                  <a:pt x="8951087" y="8984742"/>
                </a:lnTo>
                <a:lnTo>
                  <a:pt x="0" y="898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" l="0" r="0" t="-21"/>
            </a:stretch>
          </a:blipFill>
          <a:ln>
            <a:noFill/>
          </a:ln>
        </p:spPr>
      </p:sp>
      <p:sp>
        <p:nvSpPr>
          <p:cNvPr id="298" name="Google Shape;298;p8"/>
          <p:cNvSpPr/>
          <p:nvPr/>
        </p:nvSpPr>
        <p:spPr>
          <a:xfrm>
            <a:off x="-1322737" y="2184844"/>
            <a:ext cx="10970419" cy="2278380"/>
          </a:xfrm>
          <a:custGeom>
            <a:rect b="b" l="l" r="r" t="t"/>
            <a:pathLst>
              <a:path extrusionOk="0" h="3037840" w="14627225">
                <a:moveTo>
                  <a:pt x="0" y="0"/>
                </a:moveTo>
                <a:lnTo>
                  <a:pt x="14627225" y="0"/>
                </a:lnTo>
                <a:lnTo>
                  <a:pt x="14627225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3" r="-52" t="0"/>
            </a:stretch>
          </a:blipFill>
          <a:ln>
            <a:noFill/>
          </a:ln>
        </p:spPr>
      </p:sp>
      <p:sp>
        <p:nvSpPr>
          <p:cNvPr id="299" name="Google Shape;299;p8"/>
          <p:cNvSpPr/>
          <p:nvPr/>
        </p:nvSpPr>
        <p:spPr>
          <a:xfrm>
            <a:off x="-1322737" y="4481417"/>
            <a:ext cx="10970419" cy="2278380"/>
          </a:xfrm>
          <a:custGeom>
            <a:rect b="b" l="l" r="r" t="t"/>
            <a:pathLst>
              <a:path extrusionOk="0" h="3037840" w="14627225">
                <a:moveTo>
                  <a:pt x="0" y="0"/>
                </a:moveTo>
                <a:lnTo>
                  <a:pt x="14627225" y="0"/>
                </a:lnTo>
                <a:lnTo>
                  <a:pt x="14627225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3" r="-52" t="0"/>
            </a:stretch>
          </a:blipFill>
          <a:ln>
            <a:noFill/>
          </a:ln>
        </p:spPr>
      </p:sp>
      <p:sp>
        <p:nvSpPr>
          <p:cNvPr id="300" name="Google Shape;300;p8"/>
          <p:cNvSpPr/>
          <p:nvPr/>
        </p:nvSpPr>
        <p:spPr>
          <a:xfrm>
            <a:off x="-762437" y="6778000"/>
            <a:ext cx="10970324" cy="2278380"/>
          </a:xfrm>
          <a:custGeom>
            <a:rect b="b" l="l" r="r" t="t"/>
            <a:pathLst>
              <a:path extrusionOk="0" h="3037840" w="14627098">
                <a:moveTo>
                  <a:pt x="0" y="0"/>
                </a:moveTo>
                <a:lnTo>
                  <a:pt x="14627098" y="0"/>
                </a:lnTo>
                <a:lnTo>
                  <a:pt x="14627098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3" r="-53" t="0"/>
            </a:stretch>
          </a:blipFill>
          <a:ln>
            <a:noFill/>
          </a:ln>
        </p:spPr>
      </p:sp>
      <p:sp>
        <p:nvSpPr>
          <p:cNvPr id="301" name="Google Shape;301;p8"/>
          <p:cNvSpPr txBox="1"/>
          <p:nvPr/>
        </p:nvSpPr>
        <p:spPr>
          <a:xfrm>
            <a:off x="-99269" y="2374050"/>
            <a:ext cx="2255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</a:t>
            </a:r>
            <a:r>
              <a:rPr b="1" i="0" lang="en-US" sz="12060" u="none" cap="none" strike="noStrike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0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-762434" y="4878938"/>
            <a:ext cx="3323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</a:t>
            </a:r>
            <a:r>
              <a:rPr b="1" i="0" lang="en-US" sz="12060" u="none" cap="none" strike="noStrike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1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-221064" y="7151075"/>
            <a:ext cx="24990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</a:t>
            </a:r>
            <a:r>
              <a:rPr b="1" i="0" lang="en-US" sz="12060" u="none" cap="none" strike="noStrike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2</a:t>
            </a:r>
            <a:endParaRPr/>
          </a:p>
        </p:txBody>
      </p:sp>
      <p:sp>
        <p:nvSpPr>
          <p:cNvPr id="304" name="Google Shape;304;p8"/>
          <p:cNvSpPr txBox="1"/>
          <p:nvPr/>
        </p:nvSpPr>
        <p:spPr>
          <a:xfrm>
            <a:off x="2277925" y="950625"/>
            <a:ext cx="115893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8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ÉPICAS · NÚCLEO DEL PRODUCTO</a:t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521551" y="689391"/>
            <a:ext cx="1408652" cy="1433703"/>
          </a:xfrm>
          <a:custGeom>
            <a:rect b="b" l="l" r="r" t="t"/>
            <a:pathLst>
              <a:path extrusionOk="0" h="1911604" w="1878203">
                <a:moveTo>
                  <a:pt x="0" y="0"/>
                </a:moveTo>
                <a:lnTo>
                  <a:pt x="1878203" y="0"/>
                </a:lnTo>
                <a:lnTo>
                  <a:pt x="1878203" y="1911604"/>
                </a:lnTo>
                <a:lnTo>
                  <a:pt x="0" y="191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5" l="0" r="0" t="-55"/>
            </a:stretch>
          </a:blipFill>
          <a:ln>
            <a:noFill/>
          </a:ln>
        </p:spPr>
      </p:sp>
      <p:sp>
        <p:nvSpPr>
          <p:cNvPr id="306" name="Google Shape;306;p8"/>
          <p:cNvSpPr txBox="1"/>
          <p:nvPr/>
        </p:nvSpPr>
        <p:spPr>
          <a:xfrm>
            <a:off x="2156125" y="2578600"/>
            <a:ext cx="71319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técnica, datos y acceso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modelo de datos, autenticación, roles y permisos.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17259300" y="9115425"/>
            <a:ext cx="15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2245100" y="4851150"/>
            <a:ext cx="71319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E-commerce y catálogo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modelo de datos, autenticación, roles y permisos.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2277925" y="7251450"/>
            <a:ext cx="7131900" cy="1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Torneos y participación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 de torneos, cupos, pagos, QR y asistencia.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9bc20ce29_0_13"/>
          <p:cNvSpPr/>
          <p:nvPr/>
        </p:nvSpPr>
        <p:spPr>
          <a:xfrm rot="1240061">
            <a:off x="12883391" y="-1110434"/>
            <a:ext cx="8071732" cy="3965209"/>
          </a:xfrm>
          <a:custGeom>
            <a:rect b="b" l="l" r="r" t="t"/>
            <a:pathLst>
              <a:path extrusionOk="0" h="5281168" w="10750550">
                <a:moveTo>
                  <a:pt x="0" y="0"/>
                </a:moveTo>
                <a:lnTo>
                  <a:pt x="10750550" y="0"/>
                </a:lnTo>
                <a:lnTo>
                  <a:pt x="10750550" y="5281168"/>
                </a:lnTo>
                <a:lnTo>
                  <a:pt x="0" y="5281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0" l="0" r="0" t="-100"/>
            </a:stretch>
          </a:blipFill>
          <a:ln>
            <a:noFill/>
          </a:ln>
        </p:spPr>
      </p:sp>
      <p:sp>
        <p:nvSpPr>
          <p:cNvPr id="319" name="Google Shape;319;g3f9bc20ce29_0_13"/>
          <p:cNvSpPr/>
          <p:nvPr/>
        </p:nvSpPr>
        <p:spPr>
          <a:xfrm rot="-844954">
            <a:off x="12576972" y="8729740"/>
            <a:ext cx="8063360" cy="3961096"/>
          </a:xfrm>
          <a:custGeom>
            <a:rect b="b" l="l" r="r" t="t"/>
            <a:pathLst>
              <a:path extrusionOk="0" h="5281168" w="10750550">
                <a:moveTo>
                  <a:pt x="0" y="0"/>
                </a:moveTo>
                <a:lnTo>
                  <a:pt x="10750550" y="0"/>
                </a:lnTo>
                <a:lnTo>
                  <a:pt x="10750550" y="5281168"/>
                </a:lnTo>
                <a:lnTo>
                  <a:pt x="0" y="5281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0" l="0" r="0" t="-100"/>
            </a:stretch>
          </a:blipFill>
          <a:ln>
            <a:noFill/>
          </a:ln>
        </p:spPr>
      </p:sp>
      <p:sp>
        <p:nvSpPr>
          <p:cNvPr id="320" name="Google Shape;320;g3f9bc20ce29_0_13"/>
          <p:cNvSpPr/>
          <p:nvPr/>
        </p:nvSpPr>
        <p:spPr>
          <a:xfrm>
            <a:off x="10329224" y="2123103"/>
            <a:ext cx="6713315" cy="6738557"/>
          </a:xfrm>
          <a:custGeom>
            <a:rect b="b" l="l" r="r" t="t"/>
            <a:pathLst>
              <a:path extrusionOk="0" h="8984742" w="8951087">
                <a:moveTo>
                  <a:pt x="0" y="0"/>
                </a:moveTo>
                <a:lnTo>
                  <a:pt x="8951087" y="0"/>
                </a:lnTo>
                <a:lnTo>
                  <a:pt x="8951087" y="8984742"/>
                </a:lnTo>
                <a:lnTo>
                  <a:pt x="0" y="898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-20"/>
            </a:stretch>
          </a:blipFill>
          <a:ln>
            <a:noFill/>
          </a:ln>
        </p:spPr>
      </p:sp>
      <p:sp>
        <p:nvSpPr>
          <p:cNvPr id="321" name="Google Shape;321;g3f9bc20ce29_0_13"/>
          <p:cNvSpPr/>
          <p:nvPr/>
        </p:nvSpPr>
        <p:spPr>
          <a:xfrm>
            <a:off x="-1322737" y="2184844"/>
            <a:ext cx="10970419" cy="2278380"/>
          </a:xfrm>
          <a:custGeom>
            <a:rect b="b" l="l" r="r" t="t"/>
            <a:pathLst>
              <a:path extrusionOk="0" h="3037840" w="14627225">
                <a:moveTo>
                  <a:pt x="0" y="0"/>
                </a:moveTo>
                <a:lnTo>
                  <a:pt x="14627225" y="0"/>
                </a:lnTo>
                <a:lnTo>
                  <a:pt x="14627225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0" r="-60" t="0"/>
            </a:stretch>
          </a:blipFill>
          <a:ln>
            <a:noFill/>
          </a:ln>
        </p:spPr>
      </p:sp>
      <p:sp>
        <p:nvSpPr>
          <p:cNvPr id="322" name="Google Shape;322;g3f9bc20ce29_0_13"/>
          <p:cNvSpPr/>
          <p:nvPr/>
        </p:nvSpPr>
        <p:spPr>
          <a:xfrm>
            <a:off x="-1322737" y="4481417"/>
            <a:ext cx="10970419" cy="2278380"/>
          </a:xfrm>
          <a:custGeom>
            <a:rect b="b" l="l" r="r" t="t"/>
            <a:pathLst>
              <a:path extrusionOk="0" h="3037840" w="14627225">
                <a:moveTo>
                  <a:pt x="0" y="0"/>
                </a:moveTo>
                <a:lnTo>
                  <a:pt x="14627225" y="0"/>
                </a:lnTo>
                <a:lnTo>
                  <a:pt x="14627225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0" r="-60" t="0"/>
            </a:stretch>
          </a:blipFill>
          <a:ln>
            <a:noFill/>
          </a:ln>
        </p:spPr>
      </p:sp>
      <p:sp>
        <p:nvSpPr>
          <p:cNvPr id="323" name="Google Shape;323;g3f9bc20ce29_0_13"/>
          <p:cNvSpPr/>
          <p:nvPr/>
        </p:nvSpPr>
        <p:spPr>
          <a:xfrm>
            <a:off x="-762437" y="6778000"/>
            <a:ext cx="10970324" cy="2278380"/>
          </a:xfrm>
          <a:custGeom>
            <a:rect b="b" l="l" r="r" t="t"/>
            <a:pathLst>
              <a:path extrusionOk="0" h="3037840" w="14627098">
                <a:moveTo>
                  <a:pt x="0" y="0"/>
                </a:moveTo>
                <a:lnTo>
                  <a:pt x="14627098" y="0"/>
                </a:lnTo>
                <a:lnTo>
                  <a:pt x="14627098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0" r="-60" t="0"/>
            </a:stretch>
          </a:blipFill>
          <a:ln>
            <a:noFill/>
          </a:ln>
        </p:spPr>
      </p:sp>
      <p:sp>
        <p:nvSpPr>
          <p:cNvPr id="324" name="Google Shape;324;g3f9bc20ce29_0_13"/>
          <p:cNvSpPr txBox="1"/>
          <p:nvPr/>
        </p:nvSpPr>
        <p:spPr>
          <a:xfrm>
            <a:off x="-99269" y="2374050"/>
            <a:ext cx="2255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E3</a:t>
            </a:r>
            <a:endParaRPr/>
          </a:p>
        </p:txBody>
      </p:sp>
      <p:sp>
        <p:nvSpPr>
          <p:cNvPr id="325" name="Google Shape;325;g3f9bc20ce29_0_13"/>
          <p:cNvSpPr txBox="1"/>
          <p:nvPr/>
        </p:nvSpPr>
        <p:spPr>
          <a:xfrm>
            <a:off x="-762434" y="4878938"/>
            <a:ext cx="3323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E4</a:t>
            </a:r>
            <a:endParaRPr/>
          </a:p>
        </p:txBody>
      </p:sp>
      <p:sp>
        <p:nvSpPr>
          <p:cNvPr id="326" name="Google Shape;326;g3f9bc20ce29_0_13"/>
          <p:cNvSpPr txBox="1"/>
          <p:nvPr/>
        </p:nvSpPr>
        <p:spPr>
          <a:xfrm>
            <a:off x="-221064" y="7151075"/>
            <a:ext cx="24990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E5</a:t>
            </a:r>
            <a:endParaRPr/>
          </a:p>
        </p:txBody>
      </p:sp>
      <p:sp>
        <p:nvSpPr>
          <p:cNvPr id="327" name="Google Shape;327;g3f9bc20ce29_0_13"/>
          <p:cNvSpPr txBox="1"/>
          <p:nvPr/>
        </p:nvSpPr>
        <p:spPr>
          <a:xfrm>
            <a:off x="2277925" y="950625"/>
            <a:ext cx="115893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8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ÉPICAS · </a:t>
            </a:r>
            <a:r>
              <a:rPr b="1" lang="en-US" sz="5498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OPERACIÓN Y GESTIÓN</a:t>
            </a:r>
            <a:endParaRPr/>
          </a:p>
        </p:txBody>
      </p:sp>
      <p:sp>
        <p:nvSpPr>
          <p:cNvPr id="328" name="Google Shape;328;g3f9bc20ce29_0_13"/>
          <p:cNvSpPr/>
          <p:nvPr/>
        </p:nvSpPr>
        <p:spPr>
          <a:xfrm>
            <a:off x="521551" y="689391"/>
            <a:ext cx="1408652" cy="1433703"/>
          </a:xfrm>
          <a:custGeom>
            <a:rect b="b" l="l" r="r" t="t"/>
            <a:pathLst>
              <a:path extrusionOk="0" h="1911604" w="1878203">
                <a:moveTo>
                  <a:pt x="0" y="0"/>
                </a:moveTo>
                <a:lnTo>
                  <a:pt x="1878203" y="0"/>
                </a:lnTo>
                <a:lnTo>
                  <a:pt x="1878203" y="1911604"/>
                </a:lnTo>
                <a:lnTo>
                  <a:pt x="0" y="191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0" l="0" r="0" t="-60"/>
            </a:stretch>
          </a:blipFill>
          <a:ln>
            <a:noFill/>
          </a:ln>
        </p:spPr>
      </p:sp>
      <p:sp>
        <p:nvSpPr>
          <p:cNvPr id="329" name="Google Shape;329;g3f9bc20ce29_0_13"/>
          <p:cNvSpPr txBox="1"/>
          <p:nvPr/>
        </p:nvSpPr>
        <p:spPr>
          <a:xfrm>
            <a:off x="2156125" y="2578600"/>
            <a:ext cx="71319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Backoffice, inventario y venta presencial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Administración de productos, stock unificado, POS y medios de pago.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g3f9bc20ce29_0_13"/>
          <p:cNvSpPr txBox="1"/>
          <p:nvPr/>
        </p:nvSpPr>
        <p:spPr>
          <a:xfrm>
            <a:off x="17259300" y="9115425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/>
          </a:p>
        </p:txBody>
      </p:sp>
      <p:sp>
        <p:nvSpPr>
          <p:cNvPr id="331" name="Google Shape;331;g3f9bc20ce29_0_13"/>
          <p:cNvSpPr txBox="1"/>
          <p:nvPr/>
        </p:nvSpPr>
        <p:spPr>
          <a:xfrm>
            <a:off x="2245100" y="4851150"/>
            <a:ext cx="7131900" cy="1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Pagos y comunicaciones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Pago online, conciliación y correos transaccionales.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g3f9bc20ce29_0_13"/>
          <p:cNvSpPr txBox="1"/>
          <p:nvPr/>
        </p:nvSpPr>
        <p:spPr>
          <a:xfrm>
            <a:off x="2277925" y="7251450"/>
            <a:ext cx="7131900" cy="17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Analítica y Business Intelligence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Dashboard, KPIs, filtros y reportes de operación.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g3f9bc20ce29_0_13"/>
          <p:cNvSpPr txBox="1"/>
          <p:nvPr/>
        </p:nvSpPr>
        <p:spPr>
          <a:xfrm>
            <a:off x="0" y="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Dashboard, KPIs, filtros y reportes de operación.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9bc20ce29_0_39"/>
          <p:cNvSpPr/>
          <p:nvPr/>
        </p:nvSpPr>
        <p:spPr>
          <a:xfrm rot="1240061">
            <a:off x="12883391" y="-1110434"/>
            <a:ext cx="8071732" cy="3965209"/>
          </a:xfrm>
          <a:custGeom>
            <a:rect b="b" l="l" r="r" t="t"/>
            <a:pathLst>
              <a:path extrusionOk="0" h="5281168" w="10750550">
                <a:moveTo>
                  <a:pt x="0" y="0"/>
                </a:moveTo>
                <a:lnTo>
                  <a:pt x="10750550" y="0"/>
                </a:lnTo>
                <a:lnTo>
                  <a:pt x="10750550" y="5281168"/>
                </a:lnTo>
                <a:lnTo>
                  <a:pt x="0" y="5281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0" l="0" r="0" t="-100"/>
            </a:stretch>
          </a:blipFill>
          <a:ln>
            <a:noFill/>
          </a:ln>
        </p:spPr>
      </p:sp>
      <p:sp>
        <p:nvSpPr>
          <p:cNvPr id="343" name="Google Shape;343;g3f9bc20ce29_0_39"/>
          <p:cNvSpPr/>
          <p:nvPr/>
        </p:nvSpPr>
        <p:spPr>
          <a:xfrm rot="-844954">
            <a:off x="12576972" y="8729740"/>
            <a:ext cx="8063360" cy="3961096"/>
          </a:xfrm>
          <a:custGeom>
            <a:rect b="b" l="l" r="r" t="t"/>
            <a:pathLst>
              <a:path extrusionOk="0" h="5281168" w="10750550">
                <a:moveTo>
                  <a:pt x="0" y="0"/>
                </a:moveTo>
                <a:lnTo>
                  <a:pt x="10750550" y="0"/>
                </a:lnTo>
                <a:lnTo>
                  <a:pt x="10750550" y="5281168"/>
                </a:lnTo>
                <a:lnTo>
                  <a:pt x="0" y="5281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0" l="0" r="0" t="-100"/>
            </a:stretch>
          </a:blipFill>
          <a:ln>
            <a:noFill/>
          </a:ln>
        </p:spPr>
      </p:sp>
      <p:sp>
        <p:nvSpPr>
          <p:cNvPr id="344" name="Google Shape;344;g3f9bc20ce29_0_39"/>
          <p:cNvSpPr/>
          <p:nvPr/>
        </p:nvSpPr>
        <p:spPr>
          <a:xfrm>
            <a:off x="10329224" y="2123103"/>
            <a:ext cx="6713315" cy="6738557"/>
          </a:xfrm>
          <a:custGeom>
            <a:rect b="b" l="l" r="r" t="t"/>
            <a:pathLst>
              <a:path extrusionOk="0" h="8984742" w="8951087">
                <a:moveTo>
                  <a:pt x="0" y="0"/>
                </a:moveTo>
                <a:lnTo>
                  <a:pt x="8951087" y="0"/>
                </a:lnTo>
                <a:lnTo>
                  <a:pt x="8951087" y="8984742"/>
                </a:lnTo>
                <a:lnTo>
                  <a:pt x="0" y="8984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" l="0" r="0" t="-20"/>
            </a:stretch>
          </a:blipFill>
          <a:ln>
            <a:noFill/>
          </a:ln>
        </p:spPr>
      </p:sp>
      <p:sp>
        <p:nvSpPr>
          <p:cNvPr id="345" name="Google Shape;345;g3f9bc20ce29_0_39"/>
          <p:cNvSpPr/>
          <p:nvPr/>
        </p:nvSpPr>
        <p:spPr>
          <a:xfrm>
            <a:off x="-1322737" y="2184844"/>
            <a:ext cx="10970419" cy="2278380"/>
          </a:xfrm>
          <a:custGeom>
            <a:rect b="b" l="l" r="r" t="t"/>
            <a:pathLst>
              <a:path extrusionOk="0" h="3037840" w="14627225">
                <a:moveTo>
                  <a:pt x="0" y="0"/>
                </a:moveTo>
                <a:lnTo>
                  <a:pt x="14627225" y="0"/>
                </a:lnTo>
                <a:lnTo>
                  <a:pt x="14627225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0" r="-60" t="0"/>
            </a:stretch>
          </a:blipFill>
          <a:ln>
            <a:noFill/>
          </a:ln>
        </p:spPr>
      </p:sp>
      <p:sp>
        <p:nvSpPr>
          <p:cNvPr id="346" name="Google Shape;346;g3f9bc20ce29_0_39"/>
          <p:cNvSpPr/>
          <p:nvPr/>
        </p:nvSpPr>
        <p:spPr>
          <a:xfrm>
            <a:off x="-1322737" y="4481417"/>
            <a:ext cx="10970419" cy="2278380"/>
          </a:xfrm>
          <a:custGeom>
            <a:rect b="b" l="l" r="r" t="t"/>
            <a:pathLst>
              <a:path extrusionOk="0" h="3037840" w="14627225">
                <a:moveTo>
                  <a:pt x="0" y="0"/>
                </a:moveTo>
                <a:lnTo>
                  <a:pt x="14627225" y="0"/>
                </a:lnTo>
                <a:lnTo>
                  <a:pt x="14627225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0" r="-60" t="0"/>
            </a:stretch>
          </a:blipFill>
          <a:ln>
            <a:noFill/>
          </a:ln>
        </p:spPr>
      </p:sp>
      <p:sp>
        <p:nvSpPr>
          <p:cNvPr id="347" name="Google Shape;347;g3f9bc20ce29_0_39"/>
          <p:cNvSpPr/>
          <p:nvPr/>
        </p:nvSpPr>
        <p:spPr>
          <a:xfrm>
            <a:off x="-762437" y="6778000"/>
            <a:ext cx="10970324" cy="2278380"/>
          </a:xfrm>
          <a:custGeom>
            <a:rect b="b" l="l" r="r" t="t"/>
            <a:pathLst>
              <a:path extrusionOk="0" h="3037840" w="14627098">
                <a:moveTo>
                  <a:pt x="0" y="0"/>
                </a:moveTo>
                <a:lnTo>
                  <a:pt x="14627098" y="0"/>
                </a:lnTo>
                <a:lnTo>
                  <a:pt x="14627098" y="3037840"/>
                </a:lnTo>
                <a:lnTo>
                  <a:pt x="0" y="303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0" r="-60" t="0"/>
            </a:stretch>
          </a:blipFill>
          <a:ln>
            <a:noFill/>
          </a:ln>
        </p:spPr>
      </p:sp>
      <p:sp>
        <p:nvSpPr>
          <p:cNvPr id="348" name="Google Shape;348;g3f9bc20ce29_0_39"/>
          <p:cNvSpPr txBox="1"/>
          <p:nvPr/>
        </p:nvSpPr>
        <p:spPr>
          <a:xfrm>
            <a:off x="-99269" y="2374050"/>
            <a:ext cx="2255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E6</a:t>
            </a:r>
            <a:endParaRPr/>
          </a:p>
        </p:txBody>
      </p:sp>
      <p:sp>
        <p:nvSpPr>
          <p:cNvPr id="349" name="Google Shape;349;g3f9bc20ce29_0_39"/>
          <p:cNvSpPr txBox="1"/>
          <p:nvPr/>
        </p:nvSpPr>
        <p:spPr>
          <a:xfrm>
            <a:off x="-762434" y="4878938"/>
            <a:ext cx="3323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E7</a:t>
            </a:r>
            <a:endParaRPr/>
          </a:p>
        </p:txBody>
      </p:sp>
      <p:sp>
        <p:nvSpPr>
          <p:cNvPr id="350" name="Google Shape;350;g3f9bc20ce29_0_39"/>
          <p:cNvSpPr txBox="1"/>
          <p:nvPr/>
        </p:nvSpPr>
        <p:spPr>
          <a:xfrm>
            <a:off x="-221064" y="7151075"/>
            <a:ext cx="24990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60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E8</a:t>
            </a:r>
            <a:endParaRPr/>
          </a:p>
        </p:txBody>
      </p:sp>
      <p:sp>
        <p:nvSpPr>
          <p:cNvPr id="351" name="Google Shape;351;g3f9bc20ce29_0_39"/>
          <p:cNvSpPr txBox="1"/>
          <p:nvPr/>
        </p:nvSpPr>
        <p:spPr>
          <a:xfrm>
            <a:off x="2277925" y="950625"/>
            <a:ext cx="124857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8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ÉPICAS · </a:t>
            </a:r>
            <a:r>
              <a:rPr b="1" lang="en-US" sz="5498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Calidad, cliente y confianza</a:t>
            </a:r>
            <a:endParaRPr/>
          </a:p>
        </p:txBody>
      </p:sp>
      <p:sp>
        <p:nvSpPr>
          <p:cNvPr id="352" name="Google Shape;352;g3f9bc20ce29_0_39"/>
          <p:cNvSpPr/>
          <p:nvPr/>
        </p:nvSpPr>
        <p:spPr>
          <a:xfrm>
            <a:off x="521551" y="689391"/>
            <a:ext cx="1408652" cy="1433703"/>
          </a:xfrm>
          <a:custGeom>
            <a:rect b="b" l="l" r="r" t="t"/>
            <a:pathLst>
              <a:path extrusionOk="0" h="1911604" w="1878203">
                <a:moveTo>
                  <a:pt x="0" y="0"/>
                </a:moveTo>
                <a:lnTo>
                  <a:pt x="1878203" y="0"/>
                </a:lnTo>
                <a:lnTo>
                  <a:pt x="1878203" y="1911604"/>
                </a:lnTo>
                <a:lnTo>
                  <a:pt x="0" y="191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0" l="0" r="0" t="-60"/>
            </a:stretch>
          </a:blipFill>
          <a:ln>
            <a:noFill/>
          </a:ln>
        </p:spPr>
      </p:sp>
      <p:sp>
        <p:nvSpPr>
          <p:cNvPr id="353" name="Google Shape;353;g3f9bc20ce29_0_39"/>
          <p:cNvSpPr txBox="1"/>
          <p:nvPr/>
        </p:nvSpPr>
        <p:spPr>
          <a:xfrm>
            <a:off x="2156125" y="2578600"/>
            <a:ext cx="71319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Despliegue, calidad y seguridad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HTTPS, pruebas, respaldo, monitoreo y mantenibilidad.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g3f9bc20ce29_0_39"/>
          <p:cNvSpPr txBox="1"/>
          <p:nvPr/>
        </p:nvSpPr>
        <p:spPr>
          <a:xfrm>
            <a:off x="17259300" y="9115425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/>
          </a:p>
        </p:txBody>
      </p:sp>
      <p:sp>
        <p:nvSpPr>
          <p:cNvPr id="355" name="Google Shape;355;g3f9bc20ce29_0_39"/>
          <p:cNvSpPr txBox="1"/>
          <p:nvPr/>
        </p:nvSpPr>
        <p:spPr>
          <a:xfrm>
            <a:off x="2245100" y="4851150"/>
            <a:ext cx="71319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Cuenta y gestión del cliente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Perfil opcional, historial, datos, consentimiento y acceso seguro.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g3f9bc20ce29_0_39"/>
          <p:cNvSpPr txBox="1"/>
          <p:nvPr/>
        </p:nvSpPr>
        <p:spPr>
          <a:xfrm>
            <a:off x="2277925" y="7251450"/>
            <a:ext cx="71319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Contenido, contacto y confianza</a:t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Ubicación, WhatsApp directo, redes, información institucional, políticas y SEO.</a:t>
            </a:r>
            <a:endParaRPr sz="1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g3f9bc20ce29_0_39"/>
          <p:cNvSpPr txBox="1"/>
          <p:nvPr/>
        </p:nvSpPr>
        <p:spPr>
          <a:xfrm>
            <a:off x="0" y="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Dashboard, KPIs, filtros y reportes de operación.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"/>
          <p:cNvSpPr/>
          <p:nvPr/>
        </p:nvSpPr>
        <p:spPr>
          <a:xfrm rot="1239420">
            <a:off x="12885782" y="-1113406"/>
            <a:ext cx="8056816" cy="3957923"/>
          </a:xfrm>
          <a:custGeom>
            <a:rect b="b" l="l" r="r" t="t"/>
            <a:pathLst>
              <a:path extrusionOk="0" h="5277231" w="10742422">
                <a:moveTo>
                  <a:pt x="0" y="0"/>
                </a:moveTo>
                <a:lnTo>
                  <a:pt x="10742422" y="0"/>
                </a:lnTo>
                <a:lnTo>
                  <a:pt x="10742422" y="5277231"/>
                </a:lnTo>
                <a:lnTo>
                  <a:pt x="0" y="5277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5" l="0" r="0" t="-95"/>
            </a:stretch>
          </a:blipFill>
          <a:ln>
            <a:noFill/>
          </a:ln>
        </p:spPr>
      </p:sp>
      <p:sp>
        <p:nvSpPr>
          <p:cNvPr id="367" name="Google Shape;367;p11"/>
          <p:cNvSpPr/>
          <p:nvPr/>
        </p:nvSpPr>
        <p:spPr>
          <a:xfrm rot="-850500">
            <a:off x="12578629" y="8722223"/>
            <a:ext cx="8066627" cy="3962781"/>
          </a:xfrm>
          <a:custGeom>
            <a:rect b="b" l="l" r="r" t="t"/>
            <a:pathLst>
              <a:path extrusionOk="0" h="5283708" w="10755503">
                <a:moveTo>
                  <a:pt x="0" y="0"/>
                </a:moveTo>
                <a:lnTo>
                  <a:pt x="10755503" y="0"/>
                </a:lnTo>
                <a:lnTo>
                  <a:pt x="10755503" y="5283708"/>
                </a:lnTo>
                <a:lnTo>
                  <a:pt x="0" y="5283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-94" l="0" r="0" t="-94"/>
            </a:stretch>
          </a:blipFill>
          <a:ln>
            <a:noFill/>
          </a:ln>
        </p:spPr>
      </p:sp>
      <p:sp>
        <p:nvSpPr>
          <p:cNvPr id="368" name="Google Shape;368;p11"/>
          <p:cNvSpPr txBox="1"/>
          <p:nvPr/>
        </p:nvSpPr>
        <p:spPr>
          <a:xfrm>
            <a:off x="2277923" y="849754"/>
            <a:ext cx="8462401" cy="979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8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HISTORIAS DE USUARIO</a:t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521551" y="689391"/>
            <a:ext cx="1408652" cy="1433703"/>
          </a:xfrm>
          <a:custGeom>
            <a:rect b="b" l="l" r="r" t="t"/>
            <a:pathLst>
              <a:path extrusionOk="0" h="1911604" w="1878203">
                <a:moveTo>
                  <a:pt x="0" y="0"/>
                </a:moveTo>
                <a:lnTo>
                  <a:pt x="1878203" y="0"/>
                </a:lnTo>
                <a:lnTo>
                  <a:pt x="1878203" y="1911604"/>
                </a:lnTo>
                <a:lnTo>
                  <a:pt x="0" y="191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5" l="0" r="0" t="-55"/>
            </a:stretch>
          </a:blipFill>
          <a:ln>
            <a:noFill/>
          </a:ln>
        </p:spPr>
      </p:sp>
      <p:sp>
        <p:nvSpPr>
          <p:cNvPr id="370" name="Google Shape;370;p11"/>
          <p:cNvSpPr txBox="1"/>
          <p:nvPr/>
        </p:nvSpPr>
        <p:spPr>
          <a:xfrm>
            <a:off x="3087526" y="5002978"/>
            <a:ext cx="5033401" cy="1646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cliente, quiero revisar mi carrito, ingresar mis datos y pagar en un flujo claro, para completar mi compra sin fricción.</a:t>
            </a:r>
            <a:endParaRPr/>
          </a:p>
          <a:p>
            <a:pPr indent="0" lvl="0" marL="0" marR="0" rtl="0" algn="l">
              <a:lnSpc>
                <a:spcPct val="115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3472974" y="3127724"/>
            <a:ext cx="3403759" cy="1913382"/>
          </a:xfrm>
          <a:custGeom>
            <a:rect b="b" l="l" r="r" t="t"/>
            <a:pathLst>
              <a:path extrusionOk="0" h="2551176" w="4538345">
                <a:moveTo>
                  <a:pt x="0" y="0"/>
                </a:moveTo>
                <a:lnTo>
                  <a:pt x="4538345" y="0"/>
                </a:lnTo>
                <a:lnTo>
                  <a:pt x="4538345" y="2551176"/>
                </a:lnTo>
                <a:lnTo>
                  <a:pt x="0" y="2551176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-22173" r="-22175" t="0"/>
            </a:stretch>
          </a:blipFill>
          <a:ln>
            <a:noFill/>
          </a:ln>
        </p:spPr>
      </p:sp>
      <p:grpSp>
        <p:nvGrpSpPr>
          <p:cNvPr id="372" name="Google Shape;372;p11"/>
          <p:cNvGrpSpPr/>
          <p:nvPr/>
        </p:nvGrpSpPr>
        <p:grpSpPr>
          <a:xfrm>
            <a:off x="3472974" y="2570331"/>
            <a:ext cx="3906226" cy="2602858"/>
            <a:chOff x="0" y="-257175"/>
            <a:chExt cx="5208300" cy="3470478"/>
          </a:xfrm>
        </p:grpSpPr>
        <p:sp>
          <p:nvSpPr>
            <p:cNvPr id="373" name="Google Shape;373;p11"/>
            <p:cNvSpPr/>
            <p:nvPr/>
          </p:nvSpPr>
          <p:spPr>
            <a:xfrm>
              <a:off x="0" y="0"/>
              <a:ext cx="5208300" cy="3213300"/>
            </a:xfrm>
            <a:custGeom>
              <a:rect b="b" l="l" r="r" t="t"/>
              <a:pathLst>
                <a:path extrusionOk="0" h="3213300" w="5208300">
                  <a:moveTo>
                    <a:pt x="0" y="0"/>
                  </a:moveTo>
                  <a:lnTo>
                    <a:pt x="5208300" y="0"/>
                  </a:lnTo>
                  <a:lnTo>
                    <a:pt x="5208300" y="3213300"/>
                  </a:lnTo>
                  <a:lnTo>
                    <a:pt x="0" y="32133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29157" r="-29157" t="0"/>
              </a:stretch>
            </a:blipFill>
            <a:ln>
              <a:noFill/>
            </a:ln>
          </p:spPr>
        </p:sp>
        <p:sp>
          <p:nvSpPr>
            <p:cNvPr id="374" name="Google Shape;374;p11"/>
            <p:cNvSpPr txBox="1"/>
            <p:nvPr/>
          </p:nvSpPr>
          <p:spPr>
            <a:xfrm>
              <a:off x="0" y="-257175"/>
              <a:ext cx="5208295" cy="3470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3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sp>
        <p:nvSpPr>
          <p:cNvPr id="375" name="Google Shape;375;p11"/>
          <p:cNvSpPr txBox="1"/>
          <p:nvPr/>
        </p:nvSpPr>
        <p:spPr>
          <a:xfrm>
            <a:off x="17259300" y="9115425"/>
            <a:ext cx="564004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10816041" y="2897100"/>
            <a:ext cx="3403759" cy="1913382"/>
          </a:xfrm>
          <a:custGeom>
            <a:rect b="b" l="l" r="r" t="t"/>
            <a:pathLst>
              <a:path extrusionOk="0" h="2551176" w="4538345">
                <a:moveTo>
                  <a:pt x="0" y="0"/>
                </a:moveTo>
                <a:lnTo>
                  <a:pt x="4538345" y="0"/>
                </a:lnTo>
                <a:lnTo>
                  <a:pt x="4538345" y="2551176"/>
                </a:lnTo>
                <a:lnTo>
                  <a:pt x="0" y="2551176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-22173" r="-22175" t="0"/>
            </a:stretch>
          </a:blipFill>
          <a:ln>
            <a:noFill/>
          </a:ln>
        </p:spPr>
      </p:sp>
      <p:sp>
        <p:nvSpPr>
          <p:cNvPr id="377" name="Google Shape;377;p11"/>
          <p:cNvSpPr txBox="1"/>
          <p:nvPr/>
        </p:nvSpPr>
        <p:spPr>
          <a:xfrm>
            <a:off x="11386807" y="2811423"/>
            <a:ext cx="2817152" cy="1798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9957162" y="4908123"/>
            <a:ext cx="5453253" cy="1254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administrador, quiero crear, editar y eliminar productos del inventario, para mantener el catálogo actualizado sin depender de Excel. 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4399223" y="6673272"/>
            <a:ext cx="2014823" cy="2014823"/>
          </a:xfrm>
          <a:custGeom>
            <a:rect b="b" l="l" r="r" t="t"/>
            <a:pathLst>
              <a:path extrusionOk="0" h="2686431" w="2686431">
                <a:moveTo>
                  <a:pt x="0" y="0"/>
                </a:moveTo>
                <a:lnTo>
                  <a:pt x="2686431" y="0"/>
                </a:lnTo>
                <a:lnTo>
                  <a:pt x="2686431" y="2686431"/>
                </a:lnTo>
                <a:lnTo>
                  <a:pt x="0" y="2686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" l="0" r="-1" t="0"/>
            </a:stretch>
          </a:blipFill>
          <a:ln>
            <a:noFill/>
          </a:ln>
        </p:spPr>
      </p:sp>
      <p:sp>
        <p:nvSpPr>
          <p:cNvPr id="380" name="Google Shape;380;p11"/>
          <p:cNvSpPr/>
          <p:nvPr/>
        </p:nvSpPr>
        <p:spPr>
          <a:xfrm>
            <a:off x="11787972" y="6544146"/>
            <a:ext cx="2014823" cy="2014823"/>
          </a:xfrm>
          <a:custGeom>
            <a:rect b="b" l="l" r="r" t="t"/>
            <a:pathLst>
              <a:path extrusionOk="0" h="2686431" w="2686431">
                <a:moveTo>
                  <a:pt x="0" y="0"/>
                </a:moveTo>
                <a:lnTo>
                  <a:pt x="2686431" y="0"/>
                </a:lnTo>
                <a:lnTo>
                  <a:pt x="2686431" y="2686431"/>
                </a:lnTo>
                <a:lnTo>
                  <a:pt x="0" y="2686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" l="0" r="-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" l="0" r="0" t="-26"/>
            </a:stretch>
          </a:blipFill>
          <a:ln>
            <a:noFill/>
          </a:ln>
        </p:spPr>
      </p:sp>
      <p:sp>
        <p:nvSpPr>
          <p:cNvPr id="390" name="Google Shape;390;p12"/>
          <p:cNvSpPr txBox="1"/>
          <p:nvPr/>
        </p:nvSpPr>
        <p:spPr>
          <a:xfrm>
            <a:off x="17259300" y="9115425"/>
            <a:ext cx="545402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/>
          </a:p>
        </p:txBody>
      </p:sp>
      <p:pic>
        <p:nvPicPr>
          <p:cNvPr id="391" name="Google Shape;3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"/>
          <p:cNvSpPr/>
          <p:nvPr/>
        </p:nvSpPr>
        <p:spPr>
          <a:xfrm>
            <a:off x="630707" y="152400"/>
            <a:ext cx="11017092" cy="9982200"/>
          </a:xfrm>
          <a:custGeom>
            <a:rect b="b" l="l" r="r" t="t"/>
            <a:pathLst>
              <a:path extrusionOk="0" h="13309600" w="14689455">
                <a:moveTo>
                  <a:pt x="0" y="0"/>
                </a:moveTo>
                <a:lnTo>
                  <a:pt x="14689455" y="0"/>
                </a:lnTo>
                <a:lnTo>
                  <a:pt x="14689455" y="13309600"/>
                </a:lnTo>
                <a:lnTo>
                  <a:pt x="0" y="1330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32" l="0" r="0" t="-1732"/>
            </a:stretch>
          </a:blipFill>
          <a:ln>
            <a:noFill/>
          </a:ln>
        </p:spPr>
      </p:sp>
      <p:sp>
        <p:nvSpPr>
          <p:cNvPr id="401" name="Google Shape;401;p13"/>
          <p:cNvSpPr/>
          <p:nvPr/>
        </p:nvSpPr>
        <p:spPr>
          <a:xfrm>
            <a:off x="12147947" y="1131151"/>
            <a:ext cx="1503997" cy="1509522"/>
          </a:xfrm>
          <a:custGeom>
            <a:rect b="b" l="l" r="r" t="t"/>
            <a:pathLst>
              <a:path extrusionOk="0" h="1509522" w="1503997">
                <a:moveTo>
                  <a:pt x="0" y="0"/>
                </a:moveTo>
                <a:lnTo>
                  <a:pt x="1503997" y="0"/>
                </a:lnTo>
                <a:lnTo>
                  <a:pt x="1503997" y="1509522"/>
                </a:lnTo>
                <a:lnTo>
                  <a:pt x="0" y="1509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13"/>
          <p:cNvSpPr/>
          <p:nvPr/>
        </p:nvSpPr>
        <p:spPr>
          <a:xfrm>
            <a:off x="12147947" y="3419475"/>
            <a:ext cx="1503997" cy="1509522"/>
          </a:xfrm>
          <a:custGeom>
            <a:rect b="b" l="l" r="r" t="t"/>
            <a:pathLst>
              <a:path extrusionOk="0" h="1509522" w="1503997">
                <a:moveTo>
                  <a:pt x="0" y="0"/>
                </a:moveTo>
                <a:lnTo>
                  <a:pt x="1503997" y="0"/>
                </a:lnTo>
                <a:lnTo>
                  <a:pt x="1503997" y="1509522"/>
                </a:lnTo>
                <a:lnTo>
                  <a:pt x="0" y="1509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13"/>
          <p:cNvSpPr/>
          <p:nvPr/>
        </p:nvSpPr>
        <p:spPr>
          <a:xfrm>
            <a:off x="12147947" y="7996123"/>
            <a:ext cx="1503997" cy="1509522"/>
          </a:xfrm>
          <a:custGeom>
            <a:rect b="b" l="l" r="r" t="t"/>
            <a:pathLst>
              <a:path extrusionOk="0" h="1509522" w="1503997">
                <a:moveTo>
                  <a:pt x="0" y="0"/>
                </a:moveTo>
                <a:lnTo>
                  <a:pt x="1503997" y="0"/>
                </a:lnTo>
                <a:lnTo>
                  <a:pt x="1503997" y="1509522"/>
                </a:lnTo>
                <a:lnTo>
                  <a:pt x="0" y="1509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13"/>
          <p:cNvSpPr/>
          <p:nvPr/>
        </p:nvSpPr>
        <p:spPr>
          <a:xfrm>
            <a:off x="12147947" y="5707799"/>
            <a:ext cx="1503997" cy="1509522"/>
          </a:xfrm>
          <a:custGeom>
            <a:rect b="b" l="l" r="r" t="t"/>
            <a:pathLst>
              <a:path extrusionOk="0" h="1509522" w="1503997">
                <a:moveTo>
                  <a:pt x="0" y="0"/>
                </a:moveTo>
                <a:lnTo>
                  <a:pt x="1503997" y="0"/>
                </a:lnTo>
                <a:lnTo>
                  <a:pt x="1503997" y="1509522"/>
                </a:lnTo>
                <a:lnTo>
                  <a:pt x="0" y="1509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13"/>
          <p:cNvSpPr txBox="1"/>
          <p:nvPr/>
        </p:nvSpPr>
        <p:spPr>
          <a:xfrm>
            <a:off x="12248902" y="1262396"/>
            <a:ext cx="1302153" cy="1277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06" name="Google Shape;406;p13"/>
          <p:cNvSpPr txBox="1"/>
          <p:nvPr/>
        </p:nvSpPr>
        <p:spPr>
          <a:xfrm>
            <a:off x="12248902" y="3550729"/>
            <a:ext cx="1302153" cy="1277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lnSpc>
                <a:spcPct val="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2248902" y="5839054"/>
            <a:ext cx="1302153" cy="1277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l">
              <a:lnSpc>
                <a:spcPct val="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12248902" y="8127378"/>
            <a:ext cx="1302153" cy="1277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l">
              <a:lnSpc>
                <a:spcPct val="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14055804" y="1258653"/>
            <a:ext cx="292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Planificar</a:t>
            </a:r>
            <a:endParaRPr b="1"/>
          </a:p>
        </p:txBody>
      </p:sp>
      <p:sp>
        <p:nvSpPr>
          <p:cNvPr id="410" name="Google Shape;410;p13"/>
          <p:cNvSpPr txBox="1"/>
          <p:nvPr/>
        </p:nvSpPr>
        <p:spPr>
          <a:xfrm>
            <a:off x="14055804" y="3546977"/>
            <a:ext cx="292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endParaRPr b="1"/>
          </a:p>
        </p:txBody>
      </p:sp>
      <p:sp>
        <p:nvSpPr>
          <p:cNvPr id="411" name="Google Shape;411;p13"/>
          <p:cNvSpPr txBox="1"/>
          <p:nvPr/>
        </p:nvSpPr>
        <p:spPr>
          <a:xfrm>
            <a:off x="13992296" y="5863405"/>
            <a:ext cx="292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</a:t>
            </a:r>
            <a:endParaRPr b="1"/>
          </a:p>
        </p:txBody>
      </p:sp>
      <p:sp>
        <p:nvSpPr>
          <p:cNvPr id="412" name="Google Shape;412;p13"/>
          <p:cNvSpPr txBox="1"/>
          <p:nvPr/>
        </p:nvSpPr>
        <p:spPr>
          <a:xfrm>
            <a:off x="13992296" y="8280855"/>
            <a:ext cx="292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Mejorar</a:t>
            </a:r>
            <a:endParaRPr b="1"/>
          </a:p>
        </p:txBody>
      </p:sp>
      <p:sp>
        <p:nvSpPr>
          <p:cNvPr id="413" name="Google Shape;413;p13"/>
          <p:cNvSpPr txBox="1"/>
          <p:nvPr/>
        </p:nvSpPr>
        <p:spPr>
          <a:xfrm>
            <a:off x="17259300" y="9115425"/>
            <a:ext cx="451504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"/>
          <p:cNvSpPr/>
          <p:nvPr/>
        </p:nvSpPr>
        <p:spPr>
          <a:xfrm>
            <a:off x="716994" y="1359113"/>
            <a:ext cx="1408652" cy="1433703"/>
          </a:xfrm>
          <a:custGeom>
            <a:rect b="b" l="l" r="r" t="t"/>
            <a:pathLst>
              <a:path extrusionOk="0" h="1911604" w="1878203">
                <a:moveTo>
                  <a:pt x="0" y="0"/>
                </a:moveTo>
                <a:lnTo>
                  <a:pt x="1878203" y="0"/>
                </a:lnTo>
                <a:lnTo>
                  <a:pt x="1878203" y="1911604"/>
                </a:lnTo>
                <a:lnTo>
                  <a:pt x="0" y="191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5" l="0" r="0" t="-55"/>
            </a:stretch>
          </a:blipFill>
          <a:ln>
            <a:noFill/>
          </a:ln>
        </p:spPr>
      </p:sp>
      <p:sp>
        <p:nvSpPr>
          <p:cNvPr id="423" name="Google Shape;423;p14"/>
          <p:cNvSpPr/>
          <p:nvPr/>
        </p:nvSpPr>
        <p:spPr>
          <a:xfrm>
            <a:off x="981" y="-237744"/>
            <a:ext cx="18288000" cy="933450"/>
          </a:xfrm>
          <a:custGeom>
            <a:rect b="b" l="l" r="r" t="t"/>
            <a:pathLst>
              <a:path extrusionOk="0" h="1244600" w="24384000">
                <a:moveTo>
                  <a:pt x="0" y="0"/>
                </a:moveTo>
                <a:lnTo>
                  <a:pt x="24384000" y="0"/>
                </a:lnTo>
                <a:lnTo>
                  <a:pt x="24384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" l="-2" r="-2" t="0"/>
            </a:stretch>
          </a:blipFill>
          <a:ln>
            <a:noFill/>
          </a:ln>
        </p:spPr>
      </p:sp>
      <p:sp>
        <p:nvSpPr>
          <p:cNvPr id="424" name="Google Shape;424;p14"/>
          <p:cNvSpPr/>
          <p:nvPr/>
        </p:nvSpPr>
        <p:spPr>
          <a:xfrm>
            <a:off x="14074864" y="53492"/>
            <a:ext cx="3841147" cy="642271"/>
          </a:xfrm>
          <a:custGeom>
            <a:rect b="b" l="l" r="r" t="t"/>
            <a:pathLst>
              <a:path extrusionOk="0" h="856361" w="5121529">
                <a:moveTo>
                  <a:pt x="0" y="0"/>
                </a:moveTo>
                <a:lnTo>
                  <a:pt x="5121529" y="0"/>
                </a:lnTo>
                <a:lnTo>
                  <a:pt x="5121529" y="856361"/>
                </a:lnTo>
                <a:lnTo>
                  <a:pt x="0" y="856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10" l="0" r="0" t="-410"/>
            </a:stretch>
          </a:blipFill>
          <a:ln>
            <a:noFill/>
          </a:ln>
        </p:spPr>
      </p:sp>
      <p:sp>
        <p:nvSpPr>
          <p:cNvPr id="425" name="Google Shape;425;p14"/>
          <p:cNvSpPr/>
          <p:nvPr/>
        </p:nvSpPr>
        <p:spPr>
          <a:xfrm>
            <a:off x="1421301" y="3158290"/>
            <a:ext cx="15429090" cy="5970880"/>
          </a:xfrm>
          <a:custGeom>
            <a:rect b="b" l="l" r="r" t="t"/>
            <a:pathLst>
              <a:path extrusionOk="0" h="5970880" w="15429090">
                <a:moveTo>
                  <a:pt x="0" y="0"/>
                </a:moveTo>
                <a:lnTo>
                  <a:pt x="15429091" y="0"/>
                </a:lnTo>
                <a:lnTo>
                  <a:pt x="15429091" y="5970880"/>
                </a:lnTo>
                <a:lnTo>
                  <a:pt x="0" y="597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p14"/>
          <p:cNvSpPr txBox="1"/>
          <p:nvPr/>
        </p:nvSpPr>
        <p:spPr>
          <a:xfrm>
            <a:off x="2019205" y="4888525"/>
            <a:ext cx="3544014" cy="774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Gustavo Góngora</a:t>
            </a:r>
            <a:endParaRPr/>
          </a:p>
        </p:txBody>
      </p:sp>
      <p:sp>
        <p:nvSpPr>
          <p:cNvPr id="427" name="Google Shape;427;p14"/>
          <p:cNvSpPr txBox="1"/>
          <p:nvPr/>
        </p:nvSpPr>
        <p:spPr>
          <a:xfrm>
            <a:off x="2019205" y="5595166"/>
            <a:ext cx="354401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/>
          </a:p>
          <a:p>
            <a:pPr indent="0" lvl="0" marL="0" marR="0" rtl="0" algn="ctr">
              <a:lnSpc>
                <a:spcPct val="201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/>
          </a:p>
        </p:txBody>
      </p:sp>
      <p:sp>
        <p:nvSpPr>
          <p:cNvPr id="428" name="Google Shape;428;p14"/>
          <p:cNvSpPr txBox="1"/>
          <p:nvPr/>
        </p:nvSpPr>
        <p:spPr>
          <a:xfrm>
            <a:off x="7372969" y="4888525"/>
            <a:ext cx="3544014" cy="774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Martín Jara</a:t>
            </a:r>
            <a:endParaRPr/>
          </a:p>
        </p:txBody>
      </p:sp>
      <p:sp>
        <p:nvSpPr>
          <p:cNvPr id="429" name="Google Shape;429;p14"/>
          <p:cNvSpPr txBox="1"/>
          <p:nvPr/>
        </p:nvSpPr>
        <p:spPr>
          <a:xfrm>
            <a:off x="7372969" y="5595166"/>
            <a:ext cx="3544014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/>
          </a:p>
        </p:txBody>
      </p:sp>
      <p:sp>
        <p:nvSpPr>
          <p:cNvPr id="430" name="Google Shape;430;p14"/>
          <p:cNvSpPr txBox="1"/>
          <p:nvPr/>
        </p:nvSpPr>
        <p:spPr>
          <a:xfrm>
            <a:off x="12724781" y="4888525"/>
            <a:ext cx="3544014" cy="774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Miguel Astorga</a:t>
            </a:r>
            <a:endParaRPr/>
          </a:p>
        </p:txBody>
      </p:sp>
      <p:sp>
        <p:nvSpPr>
          <p:cNvPr id="431" name="Google Shape;431;p14"/>
          <p:cNvSpPr txBox="1"/>
          <p:nvPr/>
        </p:nvSpPr>
        <p:spPr>
          <a:xfrm>
            <a:off x="12724781" y="5595166"/>
            <a:ext cx="3544014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2027772" y="3507252"/>
            <a:ext cx="3537395" cy="3537395"/>
          </a:xfrm>
          <a:custGeom>
            <a:rect b="b" l="l" r="r" t="t"/>
            <a:pathLst>
              <a:path extrusionOk="0" h="4716526" w="4716526">
                <a:moveTo>
                  <a:pt x="2358263" y="0"/>
                </a:moveTo>
                <a:cubicBezTo>
                  <a:pt x="1055751" y="0"/>
                  <a:pt x="0" y="1055751"/>
                  <a:pt x="0" y="2358263"/>
                </a:cubicBezTo>
                <a:cubicBezTo>
                  <a:pt x="0" y="3660775"/>
                  <a:pt x="1055751" y="4716526"/>
                  <a:pt x="2358263" y="4716526"/>
                </a:cubicBezTo>
                <a:cubicBezTo>
                  <a:pt x="3660775" y="4716526"/>
                  <a:pt x="4716526" y="3660775"/>
                  <a:pt x="4716526" y="2358263"/>
                </a:cubicBezTo>
                <a:cubicBezTo>
                  <a:pt x="4716526" y="1055751"/>
                  <a:pt x="3660775" y="0"/>
                  <a:pt x="2358263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234" l="0" r="0" t="-1234"/>
            </a:stretch>
          </a:blipFill>
          <a:ln cap="sq" cmpd="sng" w="1333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7599424" y="3507252"/>
            <a:ext cx="3537394" cy="3537395"/>
          </a:xfrm>
          <a:custGeom>
            <a:rect b="b" l="l" r="r" t="t"/>
            <a:pathLst>
              <a:path extrusionOk="0" h="4716526" w="4716526">
                <a:moveTo>
                  <a:pt x="2358263" y="0"/>
                </a:moveTo>
                <a:cubicBezTo>
                  <a:pt x="1055751" y="0"/>
                  <a:pt x="0" y="1055751"/>
                  <a:pt x="0" y="2358263"/>
                </a:cubicBezTo>
                <a:cubicBezTo>
                  <a:pt x="0" y="3660775"/>
                  <a:pt x="1055751" y="4716526"/>
                  <a:pt x="2358263" y="4716526"/>
                </a:cubicBezTo>
                <a:cubicBezTo>
                  <a:pt x="3660775" y="4716526"/>
                  <a:pt x="4716526" y="3660775"/>
                  <a:pt x="4716526" y="2358263"/>
                </a:cubicBezTo>
                <a:cubicBezTo>
                  <a:pt x="4716526" y="1055751"/>
                  <a:pt x="3660775" y="0"/>
                  <a:pt x="2358263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 cap="sq" cmpd="sng" w="1333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12724765" y="3507252"/>
            <a:ext cx="3537395" cy="3537395"/>
          </a:xfrm>
          <a:custGeom>
            <a:rect b="b" l="l" r="r" t="t"/>
            <a:pathLst>
              <a:path extrusionOk="0" h="4716526" w="4716526">
                <a:moveTo>
                  <a:pt x="2358263" y="0"/>
                </a:moveTo>
                <a:cubicBezTo>
                  <a:pt x="1055751" y="0"/>
                  <a:pt x="0" y="1055751"/>
                  <a:pt x="0" y="2358263"/>
                </a:cubicBezTo>
                <a:cubicBezTo>
                  <a:pt x="0" y="3660775"/>
                  <a:pt x="1055751" y="4716526"/>
                  <a:pt x="2358263" y="4716526"/>
                </a:cubicBezTo>
                <a:cubicBezTo>
                  <a:pt x="3660775" y="4716526"/>
                  <a:pt x="4716526" y="3660775"/>
                  <a:pt x="4716526" y="2358263"/>
                </a:cubicBezTo>
                <a:cubicBezTo>
                  <a:pt x="4716526" y="1055751"/>
                  <a:pt x="3660775" y="0"/>
                  <a:pt x="2358263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 cap="sq" cmpd="sng" w="1333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 txBox="1"/>
          <p:nvPr/>
        </p:nvSpPr>
        <p:spPr>
          <a:xfrm>
            <a:off x="2537222" y="1507922"/>
            <a:ext cx="6830892" cy="87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8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ROLES DE TRABAJO</a:t>
            </a:r>
            <a:endParaRPr/>
          </a:p>
        </p:txBody>
      </p:sp>
      <p:sp>
        <p:nvSpPr>
          <p:cNvPr id="436" name="Google Shape;436;p14"/>
          <p:cNvSpPr txBox="1"/>
          <p:nvPr/>
        </p:nvSpPr>
        <p:spPr>
          <a:xfrm>
            <a:off x="17259300" y="9115425"/>
            <a:ext cx="489004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  <a:endParaRPr/>
          </a:p>
        </p:txBody>
      </p:sp>
      <p:sp>
        <p:nvSpPr>
          <p:cNvPr id="437" name="Google Shape;437;p14"/>
          <p:cNvSpPr txBox="1"/>
          <p:nvPr/>
        </p:nvSpPr>
        <p:spPr>
          <a:xfrm>
            <a:off x="2019205" y="7204205"/>
            <a:ext cx="3544014" cy="85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7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Gustavo Góngora</a:t>
            </a:r>
            <a:endParaRPr/>
          </a:p>
        </p:txBody>
      </p:sp>
      <p:sp>
        <p:nvSpPr>
          <p:cNvPr id="438" name="Google Shape;438;p14"/>
          <p:cNvSpPr txBox="1"/>
          <p:nvPr/>
        </p:nvSpPr>
        <p:spPr>
          <a:xfrm>
            <a:off x="2019200" y="7749548"/>
            <a:ext cx="3543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6DB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/>
          </a:p>
        </p:txBody>
      </p:sp>
      <p:sp>
        <p:nvSpPr>
          <p:cNvPr id="439" name="Google Shape;439;p14"/>
          <p:cNvSpPr txBox="1"/>
          <p:nvPr/>
        </p:nvSpPr>
        <p:spPr>
          <a:xfrm>
            <a:off x="7592816" y="7204205"/>
            <a:ext cx="3544014" cy="85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7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Martín Jara</a:t>
            </a:r>
            <a:endParaRPr/>
          </a:p>
        </p:txBody>
      </p:sp>
      <p:sp>
        <p:nvSpPr>
          <p:cNvPr id="440" name="Google Shape;440;p14"/>
          <p:cNvSpPr txBox="1"/>
          <p:nvPr/>
        </p:nvSpPr>
        <p:spPr>
          <a:xfrm>
            <a:off x="7596174" y="7749541"/>
            <a:ext cx="3543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6DB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/>
          </a:p>
        </p:txBody>
      </p:sp>
      <p:sp>
        <p:nvSpPr>
          <p:cNvPr id="441" name="Google Shape;441;p14"/>
          <p:cNvSpPr txBox="1"/>
          <p:nvPr/>
        </p:nvSpPr>
        <p:spPr>
          <a:xfrm>
            <a:off x="12724781" y="7204205"/>
            <a:ext cx="3544014" cy="85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7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Miguel Astorga</a:t>
            </a:r>
            <a:endParaRPr/>
          </a:p>
        </p:txBody>
      </p:sp>
      <p:sp>
        <p:nvSpPr>
          <p:cNvPr id="442" name="Google Shape;442;p14"/>
          <p:cNvSpPr txBox="1"/>
          <p:nvPr/>
        </p:nvSpPr>
        <p:spPr>
          <a:xfrm>
            <a:off x="12724778" y="7749541"/>
            <a:ext cx="3543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6DB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/>
          </a:p>
        </p:txBody>
      </p:sp>
      <p:sp>
        <p:nvSpPr>
          <p:cNvPr id="443" name="Google Shape;443;p14"/>
          <p:cNvSpPr txBox="1"/>
          <p:nvPr/>
        </p:nvSpPr>
        <p:spPr>
          <a:xfrm>
            <a:off x="5072024" y="2383250"/>
            <a:ext cx="1771650" cy="4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99" u="none" cap="none" strike="noStrike">
                <a:solidFill>
                  <a:srgbClr val="FFF6DB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Integrantes</a:t>
            </a:r>
            <a:endParaRPr/>
          </a:p>
        </p:txBody>
      </p:sp>
      <p:sp>
        <p:nvSpPr>
          <p:cNvPr id="444" name="Google Shape;444;p14"/>
          <p:cNvSpPr txBox="1"/>
          <p:nvPr/>
        </p:nvSpPr>
        <p:spPr>
          <a:xfrm>
            <a:off x="2291150" y="80595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6DB"/>
                </a:solidFill>
              </a:rPr>
              <a:t>Developer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B3D59"/>
            </a:gs>
            <a:gs pos="100000">
              <a:srgbClr val="03060C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"/>
          <p:cNvSpPr/>
          <p:nvPr/>
        </p:nvSpPr>
        <p:spPr>
          <a:xfrm>
            <a:off x="2301907" y="10725902"/>
            <a:ext cx="4223671" cy="3594925"/>
          </a:xfrm>
          <a:custGeom>
            <a:rect b="b" l="l" r="r" t="t"/>
            <a:pathLst>
              <a:path extrusionOk="0" h="4793234" w="5631561">
                <a:moveTo>
                  <a:pt x="0" y="0"/>
                </a:moveTo>
                <a:lnTo>
                  <a:pt x="5631561" y="0"/>
                </a:lnTo>
                <a:lnTo>
                  <a:pt x="5631561" y="4793234"/>
                </a:lnTo>
                <a:lnTo>
                  <a:pt x="0" y="4793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" r="-6" t="0"/>
            </a:stretch>
          </a:blipFill>
          <a:ln>
            <a:noFill/>
          </a:ln>
        </p:spPr>
      </p:sp>
      <p:sp>
        <p:nvSpPr>
          <p:cNvPr id="454" name="Google Shape;454;p15"/>
          <p:cNvSpPr/>
          <p:nvPr/>
        </p:nvSpPr>
        <p:spPr>
          <a:xfrm>
            <a:off x="866918" y="595335"/>
            <a:ext cx="1771068" cy="1802564"/>
          </a:xfrm>
          <a:custGeom>
            <a:rect b="b" l="l" r="r" t="t"/>
            <a:pathLst>
              <a:path extrusionOk="0" h="1911604" w="1878203">
                <a:moveTo>
                  <a:pt x="0" y="0"/>
                </a:moveTo>
                <a:lnTo>
                  <a:pt x="1878203" y="0"/>
                </a:lnTo>
                <a:lnTo>
                  <a:pt x="1878203" y="1911604"/>
                </a:lnTo>
                <a:lnTo>
                  <a:pt x="0" y="1911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5" l="0" r="0" t="-55"/>
            </a:stretch>
          </a:blipFill>
          <a:ln>
            <a:noFill/>
          </a:ln>
        </p:spPr>
      </p:sp>
      <p:sp>
        <p:nvSpPr>
          <p:cNvPr id="455" name="Google Shape;455;p15"/>
          <p:cNvSpPr/>
          <p:nvPr/>
        </p:nvSpPr>
        <p:spPr>
          <a:xfrm>
            <a:off x="1180602" y="3258778"/>
            <a:ext cx="666657" cy="666657"/>
          </a:xfrm>
          <a:custGeom>
            <a:rect b="b" l="l" r="r" t="t"/>
            <a:pathLst>
              <a:path extrusionOk="0" h="1061339" w="1061339">
                <a:moveTo>
                  <a:pt x="0" y="0"/>
                </a:moveTo>
                <a:lnTo>
                  <a:pt x="1061339" y="0"/>
                </a:lnTo>
                <a:lnTo>
                  <a:pt x="1061339" y="1061339"/>
                </a:lnTo>
                <a:lnTo>
                  <a:pt x="0" y="1061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p15"/>
          <p:cNvSpPr/>
          <p:nvPr/>
        </p:nvSpPr>
        <p:spPr>
          <a:xfrm>
            <a:off x="7484201" y="4423795"/>
            <a:ext cx="805373" cy="805373"/>
          </a:xfrm>
          <a:custGeom>
            <a:rect b="b" l="l" r="r" t="t"/>
            <a:pathLst>
              <a:path extrusionOk="0" h="1061339" w="1061339">
                <a:moveTo>
                  <a:pt x="0" y="0"/>
                </a:moveTo>
                <a:lnTo>
                  <a:pt x="1061339" y="0"/>
                </a:lnTo>
                <a:lnTo>
                  <a:pt x="1061339" y="1061339"/>
                </a:lnTo>
                <a:lnTo>
                  <a:pt x="0" y="1061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7" name="Google Shape;457;p15"/>
          <p:cNvSpPr/>
          <p:nvPr/>
        </p:nvSpPr>
        <p:spPr>
          <a:xfrm>
            <a:off x="1028700" y="4362730"/>
            <a:ext cx="1021085" cy="1021085"/>
          </a:xfrm>
          <a:custGeom>
            <a:rect b="b" l="l" r="r" t="t"/>
            <a:pathLst>
              <a:path extrusionOk="0" h="1625600" w="1625600">
                <a:moveTo>
                  <a:pt x="0" y="0"/>
                </a:moveTo>
                <a:lnTo>
                  <a:pt x="1625600" y="0"/>
                </a:lnTo>
                <a:lnTo>
                  <a:pt x="1625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15"/>
          <p:cNvSpPr/>
          <p:nvPr/>
        </p:nvSpPr>
        <p:spPr>
          <a:xfrm>
            <a:off x="1117307" y="5824764"/>
            <a:ext cx="843831" cy="843831"/>
          </a:xfrm>
          <a:custGeom>
            <a:rect b="b" l="l" r="r" t="t"/>
            <a:pathLst>
              <a:path extrusionOk="0" h="1343406" w="1343406">
                <a:moveTo>
                  <a:pt x="0" y="0"/>
                </a:moveTo>
                <a:lnTo>
                  <a:pt x="1343406" y="0"/>
                </a:lnTo>
                <a:lnTo>
                  <a:pt x="1343406" y="1343406"/>
                </a:lnTo>
                <a:lnTo>
                  <a:pt x="0" y="1343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" l="0" r="-4" t="0"/>
            </a:stretch>
          </a:blipFill>
          <a:ln>
            <a:noFill/>
          </a:ln>
        </p:spPr>
      </p:sp>
      <p:sp>
        <p:nvSpPr>
          <p:cNvPr id="459" name="Google Shape;459;p15"/>
          <p:cNvSpPr/>
          <p:nvPr/>
        </p:nvSpPr>
        <p:spPr>
          <a:xfrm>
            <a:off x="1180602" y="7131625"/>
            <a:ext cx="780970" cy="780970"/>
          </a:xfrm>
          <a:custGeom>
            <a:rect b="b" l="l" r="r" t="t"/>
            <a:pathLst>
              <a:path extrusionOk="0" h="1061339" w="1061339">
                <a:moveTo>
                  <a:pt x="0" y="0"/>
                </a:moveTo>
                <a:lnTo>
                  <a:pt x="1061339" y="0"/>
                </a:lnTo>
                <a:lnTo>
                  <a:pt x="1061339" y="1061339"/>
                </a:lnTo>
                <a:lnTo>
                  <a:pt x="0" y="1061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0" name="Google Shape;460;p15"/>
          <p:cNvSpPr/>
          <p:nvPr/>
        </p:nvSpPr>
        <p:spPr>
          <a:xfrm>
            <a:off x="1060545" y="8201204"/>
            <a:ext cx="1021085" cy="1021085"/>
          </a:xfrm>
          <a:custGeom>
            <a:rect b="b" l="l" r="r" t="t"/>
            <a:pathLst>
              <a:path extrusionOk="0" h="1625600" w="1625600">
                <a:moveTo>
                  <a:pt x="0" y="0"/>
                </a:moveTo>
                <a:lnTo>
                  <a:pt x="1625600" y="0"/>
                </a:lnTo>
                <a:lnTo>
                  <a:pt x="1625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15"/>
          <p:cNvSpPr/>
          <p:nvPr/>
        </p:nvSpPr>
        <p:spPr>
          <a:xfrm>
            <a:off x="7451417" y="3077814"/>
            <a:ext cx="838157" cy="838157"/>
          </a:xfrm>
          <a:custGeom>
            <a:rect b="b" l="l" r="r" t="t"/>
            <a:pathLst>
              <a:path extrusionOk="0" h="1625600" w="1625600">
                <a:moveTo>
                  <a:pt x="0" y="0"/>
                </a:moveTo>
                <a:lnTo>
                  <a:pt x="1625600" y="0"/>
                </a:lnTo>
                <a:lnTo>
                  <a:pt x="1625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15"/>
          <p:cNvSpPr/>
          <p:nvPr/>
        </p:nvSpPr>
        <p:spPr>
          <a:xfrm>
            <a:off x="7490280" y="5864821"/>
            <a:ext cx="799294" cy="799294"/>
          </a:xfrm>
          <a:custGeom>
            <a:rect b="b" l="l" r="r" t="t"/>
            <a:pathLst>
              <a:path extrusionOk="0" h="1625600" w="1625600">
                <a:moveTo>
                  <a:pt x="0" y="0"/>
                </a:moveTo>
                <a:lnTo>
                  <a:pt x="1625600" y="0"/>
                </a:lnTo>
                <a:lnTo>
                  <a:pt x="1625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3" name="Google Shape;463;p15"/>
          <p:cNvSpPr/>
          <p:nvPr/>
        </p:nvSpPr>
        <p:spPr>
          <a:xfrm>
            <a:off x="7490280" y="7168940"/>
            <a:ext cx="808206" cy="808206"/>
          </a:xfrm>
          <a:custGeom>
            <a:rect b="b" l="l" r="r" t="t"/>
            <a:pathLst>
              <a:path extrusionOk="0" h="1625600" w="1625600">
                <a:moveTo>
                  <a:pt x="0" y="0"/>
                </a:moveTo>
                <a:lnTo>
                  <a:pt x="1625600" y="0"/>
                </a:lnTo>
                <a:lnTo>
                  <a:pt x="1625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4" name="Google Shape;464;p15"/>
          <p:cNvSpPr/>
          <p:nvPr/>
        </p:nvSpPr>
        <p:spPr>
          <a:xfrm>
            <a:off x="7445585" y="8481971"/>
            <a:ext cx="882604" cy="882604"/>
          </a:xfrm>
          <a:custGeom>
            <a:rect b="b" l="l" r="r" t="t"/>
            <a:pathLst>
              <a:path extrusionOk="0" h="1625600" w="1625600">
                <a:moveTo>
                  <a:pt x="0" y="0"/>
                </a:moveTo>
                <a:lnTo>
                  <a:pt x="1625600" y="0"/>
                </a:lnTo>
                <a:lnTo>
                  <a:pt x="1625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p15"/>
          <p:cNvSpPr/>
          <p:nvPr/>
        </p:nvSpPr>
        <p:spPr>
          <a:xfrm>
            <a:off x="13925664" y="3007446"/>
            <a:ext cx="933007" cy="933007"/>
          </a:xfrm>
          <a:custGeom>
            <a:rect b="b" l="l" r="r" t="t"/>
            <a:pathLst>
              <a:path extrusionOk="0" h="933007" w="933007">
                <a:moveTo>
                  <a:pt x="0" y="0"/>
                </a:moveTo>
                <a:lnTo>
                  <a:pt x="933007" y="0"/>
                </a:lnTo>
                <a:lnTo>
                  <a:pt x="933007" y="933007"/>
                </a:lnTo>
                <a:lnTo>
                  <a:pt x="0" y="9330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15"/>
          <p:cNvSpPr/>
          <p:nvPr/>
        </p:nvSpPr>
        <p:spPr>
          <a:xfrm>
            <a:off x="14172672" y="4534597"/>
            <a:ext cx="624438" cy="1419178"/>
          </a:xfrm>
          <a:custGeom>
            <a:rect b="b" l="l" r="r" t="t"/>
            <a:pathLst>
              <a:path extrusionOk="0" h="1419178" w="624438">
                <a:moveTo>
                  <a:pt x="0" y="0"/>
                </a:moveTo>
                <a:lnTo>
                  <a:pt x="624438" y="0"/>
                </a:lnTo>
                <a:lnTo>
                  <a:pt x="624438" y="1419178"/>
                </a:lnTo>
                <a:lnTo>
                  <a:pt x="0" y="1419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15"/>
          <p:cNvSpPr/>
          <p:nvPr/>
        </p:nvSpPr>
        <p:spPr>
          <a:xfrm>
            <a:off x="14069688" y="6434301"/>
            <a:ext cx="1139524" cy="860341"/>
          </a:xfrm>
          <a:custGeom>
            <a:rect b="b" l="l" r="r" t="t"/>
            <a:pathLst>
              <a:path extrusionOk="0" h="860341" w="1139524">
                <a:moveTo>
                  <a:pt x="0" y="0"/>
                </a:moveTo>
                <a:lnTo>
                  <a:pt x="1139524" y="0"/>
                </a:lnTo>
                <a:lnTo>
                  <a:pt x="1139524" y="860341"/>
                </a:lnTo>
                <a:lnTo>
                  <a:pt x="0" y="860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15"/>
          <p:cNvSpPr txBox="1"/>
          <p:nvPr/>
        </p:nvSpPr>
        <p:spPr>
          <a:xfrm>
            <a:off x="3078375" y="832000"/>
            <a:ext cx="49452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EVIDENCIAS</a:t>
            </a:r>
            <a:endParaRPr/>
          </a:p>
        </p:txBody>
      </p:sp>
      <p:sp>
        <p:nvSpPr>
          <p:cNvPr id="469" name="Google Shape;469;p15"/>
          <p:cNvSpPr txBox="1"/>
          <p:nvPr/>
        </p:nvSpPr>
        <p:spPr>
          <a:xfrm>
            <a:off x="3036008" y="11401873"/>
            <a:ext cx="3072003" cy="213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  <a:endParaRPr/>
          </a:p>
          <a:p>
            <a:pPr indent="0" lvl="0" marL="0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6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  <a:endParaRPr/>
          </a:p>
          <a:p>
            <a:pPr indent="0" lvl="0" marL="0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6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  <a:endParaRPr/>
          </a:p>
        </p:txBody>
      </p:sp>
      <p:sp>
        <p:nvSpPr>
          <p:cNvPr id="470" name="Google Shape;470;p15"/>
          <p:cNvSpPr txBox="1"/>
          <p:nvPr/>
        </p:nvSpPr>
        <p:spPr>
          <a:xfrm>
            <a:off x="17259300" y="9115425"/>
            <a:ext cx="542401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  <a:endParaRPr/>
          </a:p>
        </p:txBody>
      </p:sp>
      <p:sp>
        <p:nvSpPr>
          <p:cNvPr id="471" name="Google Shape;471;p15"/>
          <p:cNvSpPr txBox="1"/>
          <p:nvPr/>
        </p:nvSpPr>
        <p:spPr>
          <a:xfrm>
            <a:off x="2199669" y="3363207"/>
            <a:ext cx="2634479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Daily Meetings</a:t>
            </a:r>
            <a:endParaRPr/>
          </a:p>
        </p:txBody>
      </p:sp>
      <p:sp>
        <p:nvSpPr>
          <p:cNvPr id="472" name="Google Shape;472;p15"/>
          <p:cNvSpPr txBox="1"/>
          <p:nvPr/>
        </p:nvSpPr>
        <p:spPr>
          <a:xfrm>
            <a:off x="2199669" y="4644374"/>
            <a:ext cx="4570552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Reviews Y Retrospectivas</a:t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2277647" y="6082361"/>
            <a:ext cx="2786744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Burndown Chart</a:t>
            </a:r>
            <a:endParaRPr/>
          </a:p>
        </p:txBody>
      </p:sp>
      <p:sp>
        <p:nvSpPr>
          <p:cNvPr id="474" name="Google Shape;474;p15"/>
          <p:cNvSpPr txBox="1"/>
          <p:nvPr/>
        </p:nvSpPr>
        <p:spPr>
          <a:xfrm>
            <a:off x="2277647" y="7285117"/>
            <a:ext cx="2921061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Impediment Log</a:t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2352333" y="8573329"/>
            <a:ext cx="2481815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Tablero Trello</a:t>
            </a:r>
            <a:endParaRPr/>
          </a:p>
        </p:txBody>
      </p:sp>
      <p:sp>
        <p:nvSpPr>
          <p:cNvPr id="476" name="Google Shape;476;p15"/>
          <p:cNvSpPr txBox="1"/>
          <p:nvPr/>
        </p:nvSpPr>
        <p:spPr>
          <a:xfrm>
            <a:off x="3211989" y="1657871"/>
            <a:ext cx="4233596" cy="359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99" u="none" cap="none" strike="noStrike">
                <a:solidFill>
                  <a:srgbClr val="F9D750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477" name="Google Shape;477;p15"/>
          <p:cNvSpPr txBox="1"/>
          <p:nvPr/>
        </p:nvSpPr>
        <p:spPr>
          <a:xfrm>
            <a:off x="8791845" y="3267994"/>
            <a:ext cx="2857443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Product backlog</a:t>
            </a:r>
            <a:endParaRPr/>
          </a:p>
        </p:txBody>
      </p:sp>
      <p:sp>
        <p:nvSpPr>
          <p:cNvPr id="478" name="Google Shape;478;p15"/>
          <p:cNvSpPr txBox="1"/>
          <p:nvPr/>
        </p:nvSpPr>
        <p:spPr>
          <a:xfrm>
            <a:off x="8791845" y="4648436"/>
            <a:ext cx="2565975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Sprint backlog</a:t>
            </a:r>
            <a:endParaRPr/>
          </a:p>
        </p:txBody>
      </p:sp>
      <p:sp>
        <p:nvSpPr>
          <p:cNvPr id="479" name="Google Shape;479;p15"/>
          <p:cNvSpPr txBox="1"/>
          <p:nvPr/>
        </p:nvSpPr>
        <p:spPr>
          <a:xfrm>
            <a:off x="8791845" y="5971010"/>
            <a:ext cx="3431803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Registro de Avance</a:t>
            </a:r>
            <a:endParaRPr/>
          </a:p>
        </p:txBody>
      </p:sp>
      <p:sp>
        <p:nvSpPr>
          <p:cNvPr id="480" name="Google Shape;480;p15"/>
          <p:cNvSpPr txBox="1"/>
          <p:nvPr/>
        </p:nvSpPr>
        <p:spPr>
          <a:xfrm>
            <a:off x="8696847" y="7352732"/>
            <a:ext cx="4579825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Plan de pruebas y riesgos</a:t>
            </a:r>
            <a:endParaRPr/>
          </a:p>
        </p:txBody>
      </p:sp>
      <p:sp>
        <p:nvSpPr>
          <p:cNvPr id="481" name="Google Shape;481;p15"/>
          <p:cNvSpPr txBox="1"/>
          <p:nvPr/>
        </p:nvSpPr>
        <p:spPr>
          <a:xfrm>
            <a:off x="8696847" y="8526538"/>
            <a:ext cx="4662490" cy="44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Prototipo de alta fidelidad</a:t>
            </a:r>
            <a:endParaRPr/>
          </a:p>
        </p:txBody>
      </p:sp>
      <p:sp>
        <p:nvSpPr>
          <p:cNvPr id="482" name="Google Shape;482;p15"/>
          <p:cNvSpPr txBox="1"/>
          <p:nvPr/>
        </p:nvSpPr>
        <p:spPr>
          <a:xfrm>
            <a:off x="14797110" y="3094887"/>
            <a:ext cx="3382441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Repositorio del Proyecto</a:t>
            </a:r>
            <a:endParaRPr/>
          </a:p>
        </p:txBody>
      </p:sp>
      <p:sp>
        <p:nvSpPr>
          <p:cNvPr id="483" name="Google Shape;483;p15"/>
          <p:cNvSpPr txBox="1"/>
          <p:nvPr/>
        </p:nvSpPr>
        <p:spPr>
          <a:xfrm>
            <a:off x="15209212" y="4710844"/>
            <a:ext cx="262259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Arquitectura y </a:t>
            </a:r>
            <a:endParaRPr/>
          </a:p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DER</a:t>
            </a:r>
            <a:endParaRPr/>
          </a:p>
        </p:txBody>
      </p:sp>
      <p:sp>
        <p:nvSpPr>
          <p:cNvPr id="484" name="Google Shape;484;p15"/>
          <p:cNvSpPr txBox="1"/>
          <p:nvPr/>
        </p:nvSpPr>
        <p:spPr>
          <a:xfrm>
            <a:off x="15550564" y="6330094"/>
            <a:ext cx="1939885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Increment </a:t>
            </a:r>
            <a:endParaRPr/>
          </a:p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1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Sprint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"/>
          <p:cNvSpPr/>
          <p:nvPr/>
        </p:nvSpPr>
        <p:spPr>
          <a:xfrm flipH="1" rot="10800000">
            <a:off x="3753" y="-59483"/>
            <a:ext cx="18348960" cy="10355579"/>
          </a:xfrm>
          <a:custGeom>
            <a:rect b="b" l="l" r="r" t="t"/>
            <a:pathLst>
              <a:path extrusionOk="0" h="13807439" w="24465280">
                <a:moveTo>
                  <a:pt x="0" y="13807439"/>
                </a:moveTo>
                <a:lnTo>
                  <a:pt x="24465280" y="13807439"/>
                </a:lnTo>
                <a:lnTo>
                  <a:pt x="24465280" y="0"/>
                </a:lnTo>
                <a:lnTo>
                  <a:pt x="0" y="0"/>
                </a:lnTo>
                <a:lnTo>
                  <a:pt x="0" y="1380743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63" l="0" r="0" t="-9063"/>
            </a:stretch>
          </a:blipFill>
          <a:ln>
            <a:noFill/>
          </a:ln>
        </p:spPr>
      </p:sp>
      <p:sp>
        <p:nvSpPr>
          <p:cNvPr id="494" name="Google Shape;494;p16"/>
          <p:cNvSpPr/>
          <p:nvPr/>
        </p:nvSpPr>
        <p:spPr>
          <a:xfrm>
            <a:off x="1534096" y="514207"/>
            <a:ext cx="1601153" cy="1577054"/>
          </a:xfrm>
          <a:custGeom>
            <a:rect b="b" l="l" r="r" t="t"/>
            <a:pathLst>
              <a:path extrusionOk="0" h="2102739" w="2134870">
                <a:moveTo>
                  <a:pt x="0" y="0"/>
                </a:moveTo>
                <a:lnTo>
                  <a:pt x="2134870" y="0"/>
                </a:lnTo>
                <a:lnTo>
                  <a:pt x="2134870" y="2102739"/>
                </a:lnTo>
                <a:lnTo>
                  <a:pt x="0" y="2102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24" l="0" r="-1" t="-1723"/>
            </a:stretch>
          </a:blipFill>
          <a:ln>
            <a:noFill/>
          </a:ln>
        </p:spPr>
      </p:sp>
      <p:sp>
        <p:nvSpPr>
          <p:cNvPr id="495" name="Google Shape;495;p16"/>
          <p:cNvSpPr txBox="1"/>
          <p:nvPr/>
        </p:nvSpPr>
        <p:spPr>
          <a:xfrm>
            <a:off x="1682467" y="2717292"/>
            <a:ext cx="2610898" cy="495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FASE 1 — S1 a S7</a:t>
            </a:r>
            <a:endParaRPr/>
          </a:p>
        </p:txBody>
      </p:sp>
      <p:sp>
        <p:nvSpPr>
          <p:cNvPr id="496" name="Google Shape;496;p16"/>
          <p:cNvSpPr txBox="1"/>
          <p:nvPr/>
        </p:nvSpPr>
        <p:spPr>
          <a:xfrm>
            <a:off x="3322796" y="820865"/>
            <a:ext cx="11642398" cy="858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99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CRONOGRAMA DE IMPLEMENTACIÓN</a:t>
            </a:r>
            <a:endParaRPr/>
          </a:p>
        </p:txBody>
      </p:sp>
      <p:sp>
        <p:nvSpPr>
          <p:cNvPr id="497" name="Google Shape;497;p16"/>
          <p:cNvSpPr txBox="1"/>
          <p:nvPr/>
        </p:nvSpPr>
        <p:spPr>
          <a:xfrm>
            <a:off x="6914779" y="1613183"/>
            <a:ext cx="4233596" cy="359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99" u="none" cap="none" strike="noStrike">
                <a:solidFill>
                  <a:srgbClr val="F9D750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498" name="Google Shape;498;p16"/>
          <p:cNvSpPr txBox="1"/>
          <p:nvPr/>
        </p:nvSpPr>
        <p:spPr>
          <a:xfrm>
            <a:off x="17165498" y="9385849"/>
            <a:ext cx="607800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-43262" y="2447550"/>
            <a:ext cx="18374517" cy="6582036"/>
          </a:xfrm>
          <a:custGeom>
            <a:rect b="b" l="l" r="r" t="t"/>
            <a:pathLst>
              <a:path extrusionOk="0" h="8955151" w="24663781">
                <a:moveTo>
                  <a:pt x="0" y="0"/>
                </a:moveTo>
                <a:lnTo>
                  <a:pt x="24663781" y="0"/>
                </a:lnTo>
                <a:lnTo>
                  <a:pt x="24663781" y="8955151"/>
                </a:lnTo>
                <a:lnTo>
                  <a:pt x="0" y="89551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965" r="-23606" t="0"/>
            </a:stretch>
          </a:blipFill>
          <a:ln>
            <a:noFill/>
          </a:ln>
        </p:spPr>
      </p:sp>
      <p:sp>
        <p:nvSpPr>
          <p:cNvPr id="500" name="Google Shape;500;p16"/>
          <p:cNvSpPr/>
          <p:nvPr/>
        </p:nvSpPr>
        <p:spPr>
          <a:xfrm>
            <a:off x="15152722" y="514226"/>
            <a:ext cx="1601153" cy="1577054"/>
          </a:xfrm>
          <a:custGeom>
            <a:rect b="b" l="l" r="r" t="t"/>
            <a:pathLst>
              <a:path extrusionOk="0" h="2102739" w="2134870">
                <a:moveTo>
                  <a:pt x="0" y="0"/>
                </a:moveTo>
                <a:lnTo>
                  <a:pt x="2134870" y="0"/>
                </a:lnTo>
                <a:lnTo>
                  <a:pt x="2134870" y="2102739"/>
                </a:lnTo>
                <a:lnTo>
                  <a:pt x="0" y="2102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24" l="0" r="-1" t="-1723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13716000"/>
                </a:moveTo>
                <a:lnTo>
                  <a:pt x="24384000" y="13716000"/>
                </a:lnTo>
                <a:lnTo>
                  <a:pt x="24384000" y="0"/>
                </a:lnTo>
                <a:lnTo>
                  <a:pt x="0" y="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510" name="Google Shape;510;p17"/>
          <p:cNvSpPr/>
          <p:nvPr/>
        </p:nvSpPr>
        <p:spPr>
          <a:xfrm>
            <a:off x="7707573" y="4460129"/>
            <a:ext cx="9497664" cy="4978242"/>
          </a:xfrm>
          <a:custGeom>
            <a:rect b="b" l="l" r="r" t="t"/>
            <a:pathLst>
              <a:path extrusionOk="0" h="6637655" w="12663551">
                <a:moveTo>
                  <a:pt x="0" y="0"/>
                </a:moveTo>
                <a:lnTo>
                  <a:pt x="12663551" y="0"/>
                </a:lnTo>
                <a:lnTo>
                  <a:pt x="12663551" y="6637655"/>
                </a:lnTo>
                <a:lnTo>
                  <a:pt x="0" y="6637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51" l="0" r="0" t="-3953"/>
            </a:stretch>
          </a:blipFill>
          <a:ln>
            <a:noFill/>
          </a:ln>
        </p:spPr>
      </p:sp>
      <p:sp>
        <p:nvSpPr>
          <p:cNvPr id="511" name="Google Shape;511;p17"/>
          <p:cNvSpPr/>
          <p:nvPr/>
        </p:nvSpPr>
        <p:spPr>
          <a:xfrm flipH="1" rot="-8826240">
            <a:off x="4532879" y="-1082522"/>
            <a:ext cx="3865436" cy="3420999"/>
          </a:xfrm>
          <a:custGeom>
            <a:rect b="b" l="l" r="r" t="t"/>
            <a:pathLst>
              <a:path extrusionOk="0" h="4561332" w="5153914">
                <a:moveTo>
                  <a:pt x="0" y="4561332"/>
                </a:moveTo>
                <a:lnTo>
                  <a:pt x="5153914" y="4561332"/>
                </a:lnTo>
                <a:lnTo>
                  <a:pt x="5153914" y="0"/>
                </a:lnTo>
                <a:lnTo>
                  <a:pt x="0" y="0"/>
                </a:lnTo>
                <a:lnTo>
                  <a:pt x="0" y="4561332"/>
                </a:lnTo>
                <a:close/>
              </a:path>
            </a:pathLst>
          </a:custGeom>
          <a:blipFill rotWithShape="1">
            <a:blip r:embed="rId5">
              <a:alphaModFix amt="35000"/>
            </a:blip>
            <a:stretch>
              <a:fillRect b="1" l="-65" r="-66" t="0"/>
            </a:stretch>
          </a:blipFill>
          <a:ln>
            <a:noFill/>
          </a:ln>
        </p:spPr>
      </p:sp>
      <p:sp>
        <p:nvSpPr>
          <p:cNvPr id="512" name="Google Shape;512;p17"/>
          <p:cNvSpPr/>
          <p:nvPr/>
        </p:nvSpPr>
        <p:spPr>
          <a:xfrm>
            <a:off x="2069773" y="5697969"/>
            <a:ext cx="3687890" cy="3753517"/>
          </a:xfrm>
          <a:custGeom>
            <a:rect b="b" l="l" r="r" t="t"/>
            <a:pathLst>
              <a:path extrusionOk="0" h="5004689" w="4917186">
                <a:moveTo>
                  <a:pt x="0" y="0"/>
                </a:moveTo>
                <a:lnTo>
                  <a:pt x="4917186" y="0"/>
                </a:lnTo>
                <a:lnTo>
                  <a:pt x="4917186" y="5004689"/>
                </a:lnTo>
                <a:lnTo>
                  <a:pt x="0" y="500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4" l="0" r="0" t="-54"/>
            </a:stretch>
          </a:blipFill>
          <a:ln>
            <a:noFill/>
          </a:ln>
        </p:spPr>
      </p:sp>
      <p:sp>
        <p:nvSpPr>
          <p:cNvPr id="513" name="Google Shape;513;p17"/>
          <p:cNvSpPr/>
          <p:nvPr/>
        </p:nvSpPr>
        <p:spPr>
          <a:xfrm>
            <a:off x="671455" y="825494"/>
            <a:ext cx="714470" cy="714470"/>
          </a:xfrm>
          <a:custGeom>
            <a:rect b="b" l="l" r="r" t="t"/>
            <a:pathLst>
              <a:path extrusionOk="0" h="952627" w="952627">
                <a:moveTo>
                  <a:pt x="0" y="0"/>
                </a:moveTo>
                <a:lnTo>
                  <a:pt x="952627" y="0"/>
                </a:lnTo>
                <a:lnTo>
                  <a:pt x="952627" y="952627"/>
                </a:lnTo>
                <a:lnTo>
                  <a:pt x="0" y="952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p17"/>
          <p:cNvSpPr txBox="1"/>
          <p:nvPr/>
        </p:nvSpPr>
        <p:spPr>
          <a:xfrm>
            <a:off x="9764325" y="7121223"/>
            <a:ext cx="5604300" cy="526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¿Que podemos concluir?</a:t>
            </a:r>
            <a:endParaRPr/>
          </a:p>
        </p:txBody>
      </p:sp>
      <p:sp>
        <p:nvSpPr>
          <p:cNvPr id="515" name="Google Shape;515;p17"/>
          <p:cNvSpPr txBox="1"/>
          <p:nvPr/>
        </p:nvSpPr>
        <p:spPr>
          <a:xfrm>
            <a:off x="671446" y="3706349"/>
            <a:ext cx="6874497" cy="1421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CONCLUSION</a:t>
            </a:r>
            <a:endParaRPr/>
          </a:p>
        </p:txBody>
      </p:sp>
      <p:sp>
        <p:nvSpPr>
          <p:cNvPr id="516" name="Google Shape;516;p17"/>
          <p:cNvSpPr txBox="1"/>
          <p:nvPr/>
        </p:nvSpPr>
        <p:spPr>
          <a:xfrm>
            <a:off x="8225095" y="7793822"/>
            <a:ext cx="85188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proyecto permitirá integrar inventario, ventas y torneos sobre una única fuente de información, reduciendo </a:t>
            </a:r>
            <a:r>
              <a:rPr i="1" lang="en-US" sz="2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sobreventas</a:t>
            </a:r>
            <a:r>
              <a:rPr b="0" i="1" lang="en-US" sz="20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, tareas manuales y decisiones sin respaldo de datos.</a:t>
            </a:r>
            <a:endParaRPr/>
          </a:p>
        </p:txBody>
      </p:sp>
      <p:sp>
        <p:nvSpPr>
          <p:cNvPr id="517" name="Google Shape;517;p17"/>
          <p:cNvSpPr txBox="1"/>
          <p:nvPr/>
        </p:nvSpPr>
        <p:spPr>
          <a:xfrm>
            <a:off x="2037007" y="4880077"/>
            <a:ext cx="3426904" cy="420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8" u="none" cap="none" strike="noStrike">
                <a:solidFill>
                  <a:srgbClr val="FFF6DB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518" name="Google Shape;518;p17"/>
          <p:cNvSpPr txBox="1"/>
          <p:nvPr/>
        </p:nvSpPr>
        <p:spPr>
          <a:xfrm>
            <a:off x="1523914" y="829675"/>
            <a:ext cx="4233596" cy="844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DUOC UC </a:t>
            </a:r>
            <a:endParaRPr/>
          </a:p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SEDE VIÑA DEL MAR</a:t>
            </a:r>
            <a:endParaRPr/>
          </a:p>
        </p:txBody>
      </p:sp>
      <p:sp>
        <p:nvSpPr>
          <p:cNvPr id="519" name="Google Shape;519;p17"/>
          <p:cNvSpPr txBox="1"/>
          <p:nvPr/>
        </p:nvSpPr>
        <p:spPr>
          <a:xfrm>
            <a:off x="17259300" y="9115425"/>
            <a:ext cx="489004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7707573" y="2147354"/>
            <a:ext cx="9497664" cy="4720590"/>
          </a:xfrm>
          <a:custGeom>
            <a:rect b="b" l="l" r="r" t="t"/>
            <a:pathLst>
              <a:path extrusionOk="0" h="6294120" w="12663551">
                <a:moveTo>
                  <a:pt x="0" y="0"/>
                </a:moveTo>
                <a:lnTo>
                  <a:pt x="12663551" y="0"/>
                </a:lnTo>
                <a:lnTo>
                  <a:pt x="12663551" y="6294120"/>
                </a:lnTo>
                <a:lnTo>
                  <a:pt x="0" y="6294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6913" l="0" r="0" t="-6911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8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13716000"/>
                </a:moveTo>
                <a:lnTo>
                  <a:pt x="24384000" y="13716000"/>
                </a:lnTo>
                <a:lnTo>
                  <a:pt x="24384000" y="0"/>
                </a:lnTo>
                <a:lnTo>
                  <a:pt x="0" y="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530" name="Google Shape;530;p18"/>
          <p:cNvSpPr/>
          <p:nvPr/>
        </p:nvSpPr>
        <p:spPr>
          <a:xfrm>
            <a:off x="13316198" y="5077149"/>
            <a:ext cx="4540853" cy="2222850"/>
          </a:xfrm>
          <a:custGeom>
            <a:rect b="b" l="l" r="r" t="t"/>
            <a:pathLst>
              <a:path extrusionOk="0" h="2963799" w="6054471">
                <a:moveTo>
                  <a:pt x="0" y="0"/>
                </a:moveTo>
                <a:lnTo>
                  <a:pt x="6054471" y="0"/>
                </a:lnTo>
                <a:lnTo>
                  <a:pt x="6054471" y="2963799"/>
                </a:lnTo>
                <a:lnTo>
                  <a:pt x="0" y="2963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6923" l="0" r="0" t="-36921"/>
            </a:stretch>
          </a:blipFill>
          <a:ln>
            <a:noFill/>
          </a:ln>
        </p:spPr>
      </p:sp>
      <p:sp>
        <p:nvSpPr>
          <p:cNvPr id="531" name="Google Shape;531;p18"/>
          <p:cNvSpPr/>
          <p:nvPr/>
        </p:nvSpPr>
        <p:spPr>
          <a:xfrm>
            <a:off x="8471726" y="5077149"/>
            <a:ext cx="4546092" cy="2222754"/>
          </a:xfrm>
          <a:custGeom>
            <a:rect b="b" l="l" r="r" t="t"/>
            <a:pathLst>
              <a:path extrusionOk="0" h="2963672" w="6061456">
                <a:moveTo>
                  <a:pt x="0" y="0"/>
                </a:moveTo>
                <a:lnTo>
                  <a:pt x="6061456" y="0"/>
                </a:lnTo>
                <a:lnTo>
                  <a:pt x="6061456" y="2963672"/>
                </a:lnTo>
                <a:lnTo>
                  <a:pt x="0" y="2963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7028" l="0" r="0" t="-37024"/>
            </a:stretch>
          </a:blipFill>
          <a:ln>
            <a:noFill/>
          </a:ln>
        </p:spPr>
      </p:sp>
      <p:sp>
        <p:nvSpPr>
          <p:cNvPr id="532" name="Google Shape;532;p18"/>
          <p:cNvSpPr/>
          <p:nvPr/>
        </p:nvSpPr>
        <p:spPr>
          <a:xfrm flipH="1" rot="-8826240">
            <a:off x="4532879" y="-1082522"/>
            <a:ext cx="3865436" cy="3420999"/>
          </a:xfrm>
          <a:custGeom>
            <a:rect b="b" l="l" r="r" t="t"/>
            <a:pathLst>
              <a:path extrusionOk="0" h="4561332" w="5153914">
                <a:moveTo>
                  <a:pt x="0" y="4561332"/>
                </a:moveTo>
                <a:lnTo>
                  <a:pt x="5153914" y="4561332"/>
                </a:lnTo>
                <a:lnTo>
                  <a:pt x="5153914" y="0"/>
                </a:lnTo>
                <a:lnTo>
                  <a:pt x="0" y="0"/>
                </a:lnTo>
                <a:lnTo>
                  <a:pt x="0" y="4561332"/>
                </a:lnTo>
                <a:close/>
              </a:path>
            </a:pathLst>
          </a:custGeom>
          <a:blipFill rotWithShape="1">
            <a:blip r:embed="rId5">
              <a:alphaModFix amt="35000"/>
            </a:blip>
            <a:stretch>
              <a:fillRect b="1" l="-65" r="-66" t="0"/>
            </a:stretch>
          </a:blipFill>
          <a:ln>
            <a:noFill/>
          </a:ln>
        </p:spPr>
      </p:sp>
      <p:sp>
        <p:nvSpPr>
          <p:cNvPr id="533" name="Google Shape;533;p18"/>
          <p:cNvSpPr/>
          <p:nvPr/>
        </p:nvSpPr>
        <p:spPr>
          <a:xfrm>
            <a:off x="2069773" y="5721763"/>
            <a:ext cx="3687890" cy="3753517"/>
          </a:xfrm>
          <a:custGeom>
            <a:rect b="b" l="l" r="r" t="t"/>
            <a:pathLst>
              <a:path extrusionOk="0" h="5004689" w="4917186">
                <a:moveTo>
                  <a:pt x="0" y="0"/>
                </a:moveTo>
                <a:lnTo>
                  <a:pt x="4917186" y="0"/>
                </a:lnTo>
                <a:lnTo>
                  <a:pt x="4917186" y="5004689"/>
                </a:lnTo>
                <a:lnTo>
                  <a:pt x="0" y="500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4" l="0" r="0" t="-54"/>
            </a:stretch>
          </a:blipFill>
          <a:ln>
            <a:noFill/>
          </a:ln>
        </p:spPr>
      </p:sp>
      <p:sp>
        <p:nvSpPr>
          <p:cNvPr id="534" name="Google Shape;534;p18"/>
          <p:cNvSpPr/>
          <p:nvPr/>
        </p:nvSpPr>
        <p:spPr>
          <a:xfrm>
            <a:off x="671455" y="673094"/>
            <a:ext cx="714470" cy="714470"/>
          </a:xfrm>
          <a:custGeom>
            <a:rect b="b" l="l" r="r" t="t"/>
            <a:pathLst>
              <a:path extrusionOk="0" h="952627" w="952627">
                <a:moveTo>
                  <a:pt x="0" y="0"/>
                </a:moveTo>
                <a:lnTo>
                  <a:pt x="952627" y="0"/>
                </a:lnTo>
                <a:lnTo>
                  <a:pt x="952627" y="952627"/>
                </a:lnTo>
                <a:lnTo>
                  <a:pt x="0" y="952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5" name="Google Shape;535;p18"/>
          <p:cNvSpPr/>
          <p:nvPr/>
        </p:nvSpPr>
        <p:spPr>
          <a:xfrm>
            <a:off x="13830376" y="1542640"/>
            <a:ext cx="3642265" cy="3169920"/>
          </a:xfrm>
          <a:custGeom>
            <a:rect b="b" l="l" r="r" t="t"/>
            <a:pathLst>
              <a:path extrusionOk="0" h="4226560" w="4856353">
                <a:moveTo>
                  <a:pt x="0" y="0"/>
                </a:moveTo>
                <a:lnTo>
                  <a:pt x="4856353" y="0"/>
                </a:lnTo>
                <a:lnTo>
                  <a:pt x="4856353" y="4226560"/>
                </a:lnTo>
                <a:lnTo>
                  <a:pt x="0" y="4226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6940" r="-26940" t="0"/>
            </a:stretch>
          </a:blipFill>
          <a:ln>
            <a:noFill/>
          </a:ln>
        </p:spPr>
      </p:sp>
      <p:sp>
        <p:nvSpPr>
          <p:cNvPr id="536" name="Google Shape;536;p18"/>
          <p:cNvSpPr/>
          <p:nvPr/>
        </p:nvSpPr>
        <p:spPr>
          <a:xfrm>
            <a:off x="11011472" y="7383570"/>
            <a:ext cx="4156424" cy="2428970"/>
          </a:xfrm>
          <a:custGeom>
            <a:rect b="b" l="l" r="r" t="t"/>
            <a:pathLst>
              <a:path extrusionOk="0" h="3238627" w="5541899">
                <a:moveTo>
                  <a:pt x="0" y="0"/>
                </a:moveTo>
                <a:lnTo>
                  <a:pt x="5541899" y="0"/>
                </a:lnTo>
                <a:lnTo>
                  <a:pt x="5541899" y="3238627"/>
                </a:lnTo>
                <a:lnTo>
                  <a:pt x="0" y="3238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812" l="0" r="0" t="-22812"/>
            </a:stretch>
          </a:blipFill>
          <a:ln>
            <a:noFill/>
          </a:ln>
        </p:spPr>
      </p:sp>
      <p:sp>
        <p:nvSpPr>
          <p:cNvPr id="537" name="Google Shape;537;p18"/>
          <p:cNvSpPr txBox="1"/>
          <p:nvPr/>
        </p:nvSpPr>
        <p:spPr>
          <a:xfrm>
            <a:off x="13818451" y="5296529"/>
            <a:ext cx="3536404" cy="359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Gustavo Góngora</a:t>
            </a:r>
            <a:endParaRPr/>
          </a:p>
        </p:txBody>
      </p:sp>
      <p:sp>
        <p:nvSpPr>
          <p:cNvPr id="538" name="Google Shape;538;p18"/>
          <p:cNvSpPr txBox="1"/>
          <p:nvPr/>
        </p:nvSpPr>
        <p:spPr>
          <a:xfrm>
            <a:off x="8764905" y="5296529"/>
            <a:ext cx="3959704" cy="359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Martin Jara</a:t>
            </a:r>
            <a:endParaRPr/>
          </a:p>
        </p:txBody>
      </p:sp>
      <p:sp>
        <p:nvSpPr>
          <p:cNvPr id="539" name="Google Shape;539;p18"/>
          <p:cNvSpPr txBox="1"/>
          <p:nvPr/>
        </p:nvSpPr>
        <p:spPr>
          <a:xfrm>
            <a:off x="1028700" y="3767023"/>
            <a:ext cx="5604300" cy="1421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REFLEXION</a:t>
            </a:r>
            <a:endParaRPr/>
          </a:p>
        </p:txBody>
      </p:sp>
      <p:sp>
        <p:nvSpPr>
          <p:cNvPr id="540" name="Google Shape;540;p18"/>
          <p:cNvSpPr txBox="1"/>
          <p:nvPr/>
        </p:nvSpPr>
        <p:spPr>
          <a:xfrm>
            <a:off x="1948567" y="4933312"/>
            <a:ext cx="3426904" cy="420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8" u="none" cap="none" strike="noStrike">
                <a:solidFill>
                  <a:srgbClr val="FFF6DB"/>
                </a:solidFill>
                <a:latin typeface="Poppins"/>
                <a:ea typeface="Poppins"/>
                <a:cs typeface="Poppins"/>
                <a:sym typeface="Poppins"/>
              </a:rPr>
              <a:t>TODOFREAKSTORE WEB</a:t>
            </a:r>
            <a:endParaRPr/>
          </a:p>
        </p:txBody>
      </p:sp>
      <p:sp>
        <p:nvSpPr>
          <p:cNvPr id="541" name="Google Shape;541;p18"/>
          <p:cNvSpPr txBox="1"/>
          <p:nvPr/>
        </p:nvSpPr>
        <p:spPr>
          <a:xfrm>
            <a:off x="1523914" y="675637"/>
            <a:ext cx="4233596" cy="844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DUOC UC </a:t>
            </a:r>
            <a:endParaRPr/>
          </a:p>
          <a:p>
            <a:pPr indent="0" lvl="0" marL="0" marR="0" rtl="0" algn="l">
              <a:lnSpc>
                <a:spcPct val="14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9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SEDE VIÑA DEL MAR</a:t>
            </a:r>
            <a:endParaRPr/>
          </a:p>
        </p:txBody>
      </p:sp>
      <p:sp>
        <p:nvSpPr>
          <p:cNvPr id="542" name="Google Shape;542;p18"/>
          <p:cNvSpPr txBox="1"/>
          <p:nvPr/>
        </p:nvSpPr>
        <p:spPr>
          <a:xfrm>
            <a:off x="17259300" y="9115425"/>
            <a:ext cx="405603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  <a:endParaRPr/>
          </a:p>
        </p:txBody>
      </p:sp>
      <p:sp>
        <p:nvSpPr>
          <p:cNvPr id="543" name="Google Shape;543;p18"/>
          <p:cNvSpPr txBox="1"/>
          <p:nvPr/>
        </p:nvSpPr>
        <p:spPr>
          <a:xfrm>
            <a:off x="14379626" y="2524601"/>
            <a:ext cx="2610898" cy="1110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Reflexiones Finales</a:t>
            </a:r>
            <a:endParaRPr/>
          </a:p>
        </p:txBody>
      </p:sp>
      <p:sp>
        <p:nvSpPr>
          <p:cNvPr id="544" name="Google Shape;544;p18"/>
          <p:cNvSpPr txBox="1"/>
          <p:nvPr/>
        </p:nvSpPr>
        <p:spPr>
          <a:xfrm>
            <a:off x="11345332" y="7636402"/>
            <a:ext cx="3488703" cy="359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Miguel Astorga</a:t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8471726" y="1618879"/>
            <a:ext cx="5358670" cy="3114675"/>
          </a:xfrm>
          <a:custGeom>
            <a:rect b="b" l="l" r="r" t="t"/>
            <a:pathLst>
              <a:path extrusionOk="0" h="4152900" w="7144893">
                <a:moveTo>
                  <a:pt x="0" y="0"/>
                </a:moveTo>
                <a:lnTo>
                  <a:pt x="7144893" y="0"/>
                </a:lnTo>
                <a:lnTo>
                  <a:pt x="7144893" y="4152900"/>
                </a:lnTo>
                <a:lnTo>
                  <a:pt x="0" y="4152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1370" r="-1370" t="0"/>
            </a:stretch>
          </a:blipFill>
          <a:ln>
            <a:noFill/>
          </a:ln>
        </p:spPr>
      </p:sp>
      <p:sp>
        <p:nvSpPr>
          <p:cNvPr id="546" name="Google Shape;546;p18"/>
          <p:cNvSpPr txBox="1"/>
          <p:nvPr/>
        </p:nvSpPr>
        <p:spPr>
          <a:xfrm>
            <a:off x="8563223" y="5736984"/>
            <a:ext cx="4363050" cy="946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Una buena experiencia del cliente también requiere simplificar la operación diaria de César y reducir procesos manuales.</a:t>
            </a:r>
            <a:endParaRPr/>
          </a:p>
        </p:txBody>
      </p:sp>
      <p:sp>
        <p:nvSpPr>
          <p:cNvPr id="547" name="Google Shape;547;p18"/>
          <p:cNvSpPr txBox="1"/>
          <p:nvPr/>
        </p:nvSpPr>
        <p:spPr>
          <a:xfrm>
            <a:off x="11201238" y="8162696"/>
            <a:ext cx="3776853" cy="1264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arquitectura modular y el trabajo por sprints permiten abordar un alcance amplio mediante incrementos pequeños, verificables y mejorables.</a:t>
            </a:r>
            <a:endParaRPr/>
          </a:p>
        </p:txBody>
      </p:sp>
      <p:sp>
        <p:nvSpPr>
          <p:cNvPr id="548" name="Google Shape;548;p18"/>
          <p:cNvSpPr txBox="1"/>
          <p:nvPr/>
        </p:nvSpPr>
        <p:spPr>
          <a:xfrm>
            <a:off x="13599824" y="5770235"/>
            <a:ext cx="3973649" cy="1264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principal complejidad será garantizar que cada venta, inscripción y cambio de inventario se refleje correctamente en todos los canales.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9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13716000"/>
                </a:moveTo>
                <a:lnTo>
                  <a:pt x="24384000" y="13716000"/>
                </a:lnTo>
                <a:lnTo>
                  <a:pt x="24384000" y="0"/>
                </a:lnTo>
                <a:lnTo>
                  <a:pt x="0" y="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9" l="0" r="0" t="-9259"/>
            </a:stretch>
          </a:blipFill>
          <a:ln>
            <a:noFill/>
          </a:ln>
        </p:spPr>
      </p:sp>
      <p:sp>
        <p:nvSpPr>
          <p:cNvPr id="558" name="Google Shape;558;p19"/>
          <p:cNvSpPr/>
          <p:nvPr/>
        </p:nvSpPr>
        <p:spPr>
          <a:xfrm>
            <a:off x="7606579" y="5685549"/>
            <a:ext cx="3510248" cy="3572732"/>
          </a:xfrm>
          <a:custGeom>
            <a:rect b="b" l="l" r="r" t="t"/>
            <a:pathLst>
              <a:path extrusionOk="0" h="4763643" w="4680331">
                <a:moveTo>
                  <a:pt x="0" y="0"/>
                </a:moveTo>
                <a:lnTo>
                  <a:pt x="4680331" y="0"/>
                </a:lnTo>
                <a:lnTo>
                  <a:pt x="4680331" y="4763643"/>
                </a:lnTo>
                <a:lnTo>
                  <a:pt x="0" y="4763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" l="0" r="0" t="-54"/>
            </a:stretch>
          </a:blipFill>
          <a:ln>
            <a:noFill/>
          </a:ln>
        </p:spPr>
      </p:sp>
      <p:sp>
        <p:nvSpPr>
          <p:cNvPr id="559" name="Google Shape;559;p19"/>
          <p:cNvSpPr txBox="1"/>
          <p:nvPr/>
        </p:nvSpPr>
        <p:spPr>
          <a:xfrm>
            <a:off x="4622702" y="3464604"/>
            <a:ext cx="9477975" cy="1269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MUCHAS GRACIAS!</a:t>
            </a:r>
            <a:endParaRPr/>
          </a:p>
        </p:txBody>
      </p:sp>
      <p:sp>
        <p:nvSpPr>
          <p:cNvPr id="560" name="Google Shape;560;p19"/>
          <p:cNvSpPr txBox="1"/>
          <p:nvPr/>
        </p:nvSpPr>
        <p:spPr>
          <a:xfrm>
            <a:off x="5695321" y="4610776"/>
            <a:ext cx="7799699" cy="637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 TODOFREAKSTORE WEB</a:t>
            </a:r>
            <a:endParaRPr/>
          </a:p>
        </p:txBody>
      </p:sp>
      <p:sp>
        <p:nvSpPr>
          <p:cNvPr id="561" name="Google Shape;561;p19"/>
          <p:cNvSpPr txBox="1"/>
          <p:nvPr/>
        </p:nvSpPr>
        <p:spPr>
          <a:xfrm>
            <a:off x="17259300" y="9115425"/>
            <a:ext cx="732596" cy="4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