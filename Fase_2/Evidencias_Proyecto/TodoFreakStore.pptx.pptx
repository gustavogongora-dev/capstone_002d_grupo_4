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Arial" charset="1" panose="020B0604020202020204"/>
      <p:regular r:id="rId44"/>
    </p:embeddedFont>
    <p:embeddedFont>
      <p:font typeface="Arial Bold" charset="1" panose="020B0704020202020204"/>
      <p:regular r:id="rId45"/>
    </p:embeddedFont>
    <p:embeddedFont>
      <p:font typeface="Open Sans 1" charset="1" panose="00000000000000000000"/>
      <p:regular r:id="rId46"/>
    </p:embeddedFont>
    <p:embeddedFont>
      <p:font typeface="Poppins Bold" charset="1" panose="00000800000000000000"/>
      <p:regular r:id="rId48"/>
    </p:embeddedFont>
    <p:embeddedFont>
      <p:font typeface="Atkinson Hyperlegible Bold" charset="1" panose="00000000000000000000"/>
      <p:regular r:id="rId50"/>
    </p:embeddedFont>
    <p:embeddedFont>
      <p:font typeface="Poppins Italics" charset="1" panose="00000500000000000000"/>
      <p:regular r:id="rId51"/>
    </p:embeddedFont>
    <p:embeddedFont>
      <p:font typeface="Poppins Bold Italics" charset="1" panose="00000800000000000000"/>
      <p:regular r:id="rId52"/>
    </p:embeddedFont>
    <p:embeddedFont>
      <p:font typeface="Atkinson Hyperlegible Bold Italics" charset="1" panose="00000000000000000000"/>
      <p:regular r:id="rId53"/>
    </p:embeddedFont>
    <p:embeddedFont>
      <p:font typeface="Poppins Light Italics" charset="1" panose="00000400000000000000"/>
      <p:regular r:id="rId55"/>
    </p:embeddedFont>
    <p:embeddedFont>
      <p:font typeface="Poppins Light" charset="1" panose="00000400000000000000"/>
      <p:regular r:id="rId57"/>
    </p:embeddedFont>
    <p:embeddedFont>
      <p:font typeface="Open Sans 1 Bold" charset="1" panose="00000000000000000000"/>
      <p:regular r:id="rId60"/>
    </p:embeddedFont>
    <p:embeddedFont>
      <p:font typeface="Poppins" charset="1" panose="00000500000000000000"/>
      <p:regular r:id="rId61"/>
    </p:embeddedFont>
    <p:embeddedFont>
      <p:font typeface="Saira Bold" charset="1" panose="00000800000000000000"/>
      <p:regular r:id="rId63"/>
    </p:embeddedFont>
    <p:embeddedFont>
      <p:font typeface="Arial Italics" charset="1" panose="020B0604020202090204"/>
      <p:regular r:id="rId67"/>
    </p:embeddedFont>
    <p:embeddedFont>
      <p:font typeface="Calibri (MS) Bold" charset="1" panose="020F0702030404030204"/>
      <p:regular r:id="rId70"/>
    </p:embeddedFont>
    <p:embeddedFont>
      <p:font typeface="Open Sans 2" charset="1" panose="020B0606030504020204"/>
      <p:regular r:id="rId8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notesMasters/notesMaster1.xml" Type="http://schemas.openxmlformats.org/officeDocument/2006/relationships/notesMaster"/><Relationship Id="rId42" Target="theme/theme2.xml" Type="http://schemas.openxmlformats.org/officeDocument/2006/relationships/theme"/><Relationship Id="rId43" Target="notesSlides/notesSlide1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Slides/notesSlide2.xml" Type="http://schemas.openxmlformats.org/officeDocument/2006/relationships/notesSlide"/><Relationship Id="rId48" Target="fonts/font48.fntdata" Type="http://schemas.openxmlformats.org/officeDocument/2006/relationships/font"/><Relationship Id="rId49" Target="notesSlides/notesSlide3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notesSlides/notesSlide4.xml" Type="http://schemas.openxmlformats.org/officeDocument/2006/relationships/notesSlide"/><Relationship Id="rId55" Target="fonts/font55.fntdata" Type="http://schemas.openxmlformats.org/officeDocument/2006/relationships/font"/><Relationship Id="rId56" Target="notesSlides/notesSlide5.xml" Type="http://schemas.openxmlformats.org/officeDocument/2006/relationships/notesSlide"/><Relationship Id="rId57" Target="fonts/font57.fntdata" Type="http://schemas.openxmlformats.org/officeDocument/2006/relationships/font"/><Relationship Id="rId58" Target="notesSlides/notesSlide6.xml" Type="http://schemas.openxmlformats.org/officeDocument/2006/relationships/notesSlide"/><Relationship Id="rId59" Target="notesSlides/notesSlide7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notesSlides/notesSlide8.xml" Type="http://schemas.openxmlformats.org/officeDocument/2006/relationships/notesSlide"/><Relationship Id="rId63" Target="fonts/font63.fntdata" Type="http://schemas.openxmlformats.org/officeDocument/2006/relationships/font"/><Relationship Id="rId64" Target="notesSlides/notesSlide9.xml" Type="http://schemas.openxmlformats.org/officeDocument/2006/relationships/notesSlide"/><Relationship Id="rId65" Target="notesSlides/notesSlide10.xml" Type="http://schemas.openxmlformats.org/officeDocument/2006/relationships/notesSlide"/><Relationship Id="rId66" Target="notesSlides/notesSlide11.xml" Type="http://schemas.openxmlformats.org/officeDocument/2006/relationships/notesSlide"/><Relationship Id="rId67" Target="fonts/font67.fntdata" Type="http://schemas.openxmlformats.org/officeDocument/2006/relationships/font"/><Relationship Id="rId68" Target="notesSlides/notesSlide12.xml" Type="http://schemas.openxmlformats.org/officeDocument/2006/relationships/notesSlide"/><Relationship Id="rId69" Target="notesSlides/notesSlide13.xml" Type="http://schemas.openxmlformats.org/officeDocument/2006/relationships/notesSlide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notesSlides/notesSlide14.xml" Type="http://schemas.openxmlformats.org/officeDocument/2006/relationships/notesSlide"/><Relationship Id="rId72" Target="notesSlides/notesSlide15.xml" Type="http://schemas.openxmlformats.org/officeDocument/2006/relationships/notesSlide"/><Relationship Id="rId73" Target="notesSlides/notesSlide16.xml" Type="http://schemas.openxmlformats.org/officeDocument/2006/relationships/notesSlide"/><Relationship Id="rId74" Target="notesSlides/notesSlide17.xml" Type="http://schemas.openxmlformats.org/officeDocument/2006/relationships/notesSlide"/><Relationship Id="rId75" Target="notesSlides/notesSlide18.xml" Type="http://schemas.openxmlformats.org/officeDocument/2006/relationships/notesSlide"/><Relationship Id="rId76" Target="notesSlides/notesSlide19.xml" Type="http://schemas.openxmlformats.org/officeDocument/2006/relationships/notesSlide"/><Relationship Id="rId77" Target="notesSlides/notesSlide20.xml" Type="http://schemas.openxmlformats.org/officeDocument/2006/relationships/notesSlide"/><Relationship Id="rId78" Target="notesSlides/notesSlide21.xml" Type="http://schemas.openxmlformats.org/officeDocument/2006/relationships/notesSlide"/><Relationship Id="rId79" Target="notesSlides/notesSlide22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3.xml" Type="http://schemas.openxmlformats.org/officeDocument/2006/relationships/notesSlide"/><Relationship Id="rId81" Target="notesSlides/notesSlide24.xml" Type="http://schemas.openxmlformats.org/officeDocument/2006/relationships/notesSlide"/><Relationship Id="rId82" Target="notesSlides/notesSlide25.xml" Type="http://schemas.openxmlformats.org/officeDocument/2006/relationships/notesSlide"/><Relationship Id="rId83" Target="notesSlides/notesSlide26.xml" Type="http://schemas.openxmlformats.org/officeDocument/2006/relationships/notesSlide"/><Relationship Id="rId84" Target="notesSlides/notesSlide27.xml" Type="http://schemas.openxmlformats.org/officeDocument/2006/relationships/notesSlide"/><Relationship Id="rId85" Target="notesSlides/notesSlide28.xml" Type="http://schemas.openxmlformats.org/officeDocument/2006/relationships/notesSlide"/><Relationship Id="rId86" Target="notesSlides/notesSlide29.xml" Type="http://schemas.openxmlformats.org/officeDocument/2006/relationships/notesSlide"/><Relationship Id="rId87" Target="notesSlides/notesSlide30.xml" Type="http://schemas.openxmlformats.org/officeDocument/2006/relationships/notesSlide"/><Relationship Id="rId88" Target="fonts/font88.fntdata" Type="http://schemas.openxmlformats.org/officeDocument/2006/relationships/font"/><Relationship Id="rId89" Target="notesSlides/notesSlide31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32.xml" Type="http://schemas.openxmlformats.org/officeDocument/2006/relationships/notesSlide"/><Relationship Id="rId91" Target="notesSlides/notesSlide33.xml" Type="http://schemas.openxmlformats.org/officeDocument/2006/relationships/notesSlide"/><Relationship Id="rId92" Target="notesSlides/notesSlide34.xml" Type="http://schemas.openxmlformats.org/officeDocument/2006/relationships/notesSlide"/><Relationship Id="rId93" Target="notesSlides/notesSlide35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Relationship Id="rId8" Target="../media/image5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1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0.jpeg" Type="http://schemas.openxmlformats.org/officeDocument/2006/relationships/image"/><Relationship Id="rId4" Target="../media/image18.png" Type="http://schemas.openxmlformats.org/officeDocument/2006/relationships/image"/><Relationship Id="rId5" Target="../media/image12.png" Type="http://schemas.openxmlformats.org/officeDocument/2006/relationships/image"/><Relationship Id="rId6" Target="../media/image2.png" Type="http://schemas.openxmlformats.org/officeDocument/2006/relationships/image"/><Relationship Id="rId7" Target="../media/image13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9.png" Type="http://schemas.openxmlformats.org/officeDocument/2006/relationships/image"/><Relationship Id="rId16" Target="../media/image33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2.png" Type="http://schemas.openxmlformats.org/officeDocument/2006/relationships/image"/><Relationship Id="rId15" Target="../media/image42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34.png" Type="http://schemas.openxmlformats.org/officeDocument/2006/relationships/image"/><Relationship Id="rId6" Target="../media/image25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4.png" Type="http://schemas.openxmlformats.org/officeDocument/2006/relationships/image"/><Relationship Id="rId4" Target="../media/image2.png" Type="http://schemas.openxmlformats.org/officeDocument/2006/relationships/image"/><Relationship Id="rId5" Target="../media/image48.jpeg" Type="http://schemas.openxmlformats.org/officeDocument/2006/relationships/image"/><Relationship Id="rId6" Target="../media/image49.jpeg" Type="http://schemas.openxmlformats.org/officeDocument/2006/relationships/image"/><Relationship Id="rId7" Target="../media/image50.jpeg" Type="http://schemas.openxmlformats.org/officeDocument/2006/relationships/image"/><Relationship Id="rId8" Target="../media/image5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2.pn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4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56.png" Type="http://schemas.openxmlformats.org/officeDocument/2006/relationships/image"/><Relationship Id="rId7" Target="../media/image57.jpe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0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0.pn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60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0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60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60.png" Type="http://schemas.openxmlformats.org/officeDocument/2006/relationships/image"/><Relationship Id="rId4" Target="../media/image6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60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6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60.png" Type="http://schemas.openxmlformats.org/officeDocument/2006/relationships/image"/><Relationship Id="rId4" Target="../media/image7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60.png" Type="http://schemas.openxmlformats.org/officeDocument/2006/relationships/image"/><Relationship Id="rId4" Target="../media/image7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60.png" Type="http://schemas.openxmlformats.org/officeDocument/2006/relationships/image"/><Relationship Id="rId4" Target="../media/image7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60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60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60.png" Type="http://schemas.openxmlformats.org/officeDocument/2006/relationships/image"/><Relationship Id="rId4" Target="../media/image7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60.png" Type="http://schemas.openxmlformats.org/officeDocument/2006/relationships/image"/><Relationship Id="rId4" Target="../media/image8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60.png" Type="http://schemas.openxmlformats.org/officeDocument/2006/relationships/image"/><Relationship Id="rId4" Target="../media/image82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60.png" Type="http://schemas.openxmlformats.org/officeDocument/2006/relationships/image"/><Relationship Id="rId4" Target="../media/image7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0.jpeg" Type="http://schemas.openxmlformats.org/officeDocument/2006/relationships/image"/><Relationship Id="rId4" Target="../media/image2.png" Type="http://schemas.openxmlformats.org/officeDocument/2006/relationships/image"/><Relationship Id="rId5" Target="../media/image8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2.png" Type="http://schemas.openxmlformats.org/officeDocument/2006/relationships/image"/><Relationship Id="rId7" Target="../media/image13.png" Type="http://schemas.openxmlformats.org/officeDocument/2006/relationships/image"/><Relationship Id="rId8" Target="../media/image84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10.jpeg" Type="http://schemas.openxmlformats.org/officeDocument/2006/relationships/image"/><Relationship Id="rId4" Target="../media/image12.png" Type="http://schemas.openxmlformats.org/officeDocument/2006/relationships/image"/><Relationship Id="rId5" Target="../media/image2.png" Type="http://schemas.openxmlformats.org/officeDocument/2006/relationships/image"/><Relationship Id="rId6" Target="../media/image13.png" Type="http://schemas.openxmlformats.org/officeDocument/2006/relationships/image"/><Relationship Id="rId7" Target="../media/image11.png" Type="http://schemas.openxmlformats.org/officeDocument/2006/relationships/image"/><Relationship Id="rId8" Target="../media/image8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86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72" r="0" b="-91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31201" y="909361"/>
            <a:ext cx="2425494" cy="2468747"/>
            <a:chOff x="0" y="0"/>
            <a:chExt cx="3233992" cy="32916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4055" cy="3291713"/>
            </a:xfrm>
            <a:custGeom>
              <a:avLst/>
              <a:gdLst/>
              <a:ahLst/>
              <a:cxnLst/>
              <a:rect r="r" b="b" t="t" l="l"/>
              <a:pathLst>
                <a:path h="3291713" w="3234055">
                  <a:moveTo>
                    <a:pt x="0" y="0"/>
                  </a:moveTo>
                  <a:lnTo>
                    <a:pt x="3234055" y="0"/>
                  </a:lnTo>
                  <a:lnTo>
                    <a:pt x="3234055" y="3291713"/>
                  </a:lnTo>
                  <a:lnTo>
                    <a:pt x="0" y="3291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2" r="1" b="-5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20760" y="7157380"/>
            <a:ext cx="1246442" cy="1209104"/>
            <a:chOff x="0" y="0"/>
            <a:chExt cx="1661922" cy="16121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1922" cy="1612138"/>
            </a:xfrm>
            <a:custGeom>
              <a:avLst/>
              <a:gdLst/>
              <a:ahLst/>
              <a:cxnLst/>
              <a:rect r="r" b="b" t="t" l="l"/>
              <a:pathLst>
                <a:path h="1612138" w="1661922">
                  <a:moveTo>
                    <a:pt x="0" y="0"/>
                  </a:moveTo>
                  <a:lnTo>
                    <a:pt x="1661922" y="0"/>
                  </a:lnTo>
                  <a:lnTo>
                    <a:pt x="1661922" y="1612138"/>
                  </a:lnTo>
                  <a:lnTo>
                    <a:pt x="0" y="1612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" t="0" r="-1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253155"/>
            <a:ext cx="18288000" cy="933450"/>
            <a:chOff x="0" y="0"/>
            <a:chExt cx="24384000" cy="1244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44600"/>
                  </a:lnTo>
                  <a:lnTo>
                    <a:pt x="0" y="124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638246" y="3169015"/>
            <a:ext cx="9011402" cy="126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6"/>
              </a:lnSpc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WEB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38246" y="8390572"/>
            <a:ext cx="9011402" cy="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b="true" sz="2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Fecha: 20 de Agosto de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41581" y="3574647"/>
            <a:ext cx="12804896" cy="231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1"/>
              </a:lnSpc>
            </a:pPr>
            <a:r>
              <a:rPr lang="en-US" b="true" sz="999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TODOFREAKSTORE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38246" y="5644344"/>
            <a:ext cx="9011507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1"/>
              </a:lnSpc>
            </a:pPr>
            <a:r>
              <a:rPr lang="en-US" b="true" sz="289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Martín Jara - Gustavo Góngora - Miguel Astorga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32053" y="38071"/>
            <a:ext cx="3841147" cy="642271"/>
            <a:chOff x="0" y="0"/>
            <a:chExt cx="5121529" cy="8563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1529" cy="856361"/>
            </a:xfrm>
            <a:custGeom>
              <a:avLst/>
              <a:gdLst/>
              <a:ahLst/>
              <a:cxnLst/>
              <a:rect r="r" b="b" t="t" l="l"/>
              <a:pathLst>
                <a:path h="856361" w="5121529">
                  <a:moveTo>
                    <a:pt x="0" y="0"/>
                  </a:moveTo>
                  <a:lnTo>
                    <a:pt x="5121529" y="0"/>
                  </a:lnTo>
                  <a:lnTo>
                    <a:pt x="5121529" y="856361"/>
                  </a:lnTo>
                  <a:lnTo>
                    <a:pt x="0" y="85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98" r="0" b="-89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55085" y="8907304"/>
            <a:ext cx="4577848" cy="63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b="true" sz="2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Docente: Mauricio Figueroa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636" y="5314426"/>
            <a:ext cx="2397157" cy="2439448"/>
            <a:chOff x="0" y="0"/>
            <a:chExt cx="3196209" cy="3252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6209" cy="3252597"/>
            </a:xfrm>
            <a:custGeom>
              <a:avLst/>
              <a:gdLst/>
              <a:ahLst/>
              <a:cxnLst/>
              <a:rect r="r" b="b" t="t" l="l"/>
              <a:pathLst>
                <a:path h="3252597" w="3196209">
                  <a:moveTo>
                    <a:pt x="0" y="0"/>
                  </a:moveTo>
                  <a:lnTo>
                    <a:pt x="3196209" y="0"/>
                  </a:lnTo>
                  <a:lnTo>
                    <a:pt x="3196209" y="3252597"/>
                  </a:lnTo>
                  <a:lnTo>
                    <a:pt x="0" y="3252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8748" y="3794446"/>
            <a:ext cx="11715940" cy="4079843"/>
            <a:chOff x="0" y="0"/>
            <a:chExt cx="15621254" cy="5439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21254" cy="5439791"/>
            </a:xfrm>
            <a:custGeom>
              <a:avLst/>
              <a:gdLst/>
              <a:ahLst/>
              <a:cxnLst/>
              <a:rect r="r" b="b" t="t" l="l"/>
              <a:pathLst>
                <a:path h="5439791" w="15621254">
                  <a:moveTo>
                    <a:pt x="0" y="0"/>
                  </a:moveTo>
                  <a:lnTo>
                    <a:pt x="15621254" y="0"/>
                  </a:lnTo>
                  <a:lnTo>
                    <a:pt x="15621254" y="5439791"/>
                  </a:lnTo>
                  <a:lnTo>
                    <a:pt x="0" y="5439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" r="0" b="-3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59669" y="4041286"/>
            <a:ext cx="3326702" cy="3429572"/>
            <a:chOff x="0" y="0"/>
            <a:chExt cx="4435602" cy="4572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35602" cy="4572762"/>
            </a:xfrm>
            <a:custGeom>
              <a:avLst/>
              <a:gdLst/>
              <a:ahLst/>
              <a:cxnLst/>
              <a:rect r="r" b="b" t="t" l="l"/>
              <a:pathLst>
                <a:path h="4572762" w="4435602">
                  <a:moveTo>
                    <a:pt x="0" y="0"/>
                  </a:moveTo>
                  <a:lnTo>
                    <a:pt x="4435602" y="0"/>
                  </a:lnTo>
                  <a:lnTo>
                    <a:pt x="4435602" y="4572762"/>
                  </a:lnTo>
                  <a:lnTo>
                    <a:pt x="0" y="457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9" r="0" b="-4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76920" y="4077014"/>
            <a:ext cx="3322701" cy="3425476"/>
            <a:chOff x="0" y="0"/>
            <a:chExt cx="4430268" cy="45673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30268" cy="4567301"/>
            </a:xfrm>
            <a:custGeom>
              <a:avLst/>
              <a:gdLst/>
              <a:ahLst/>
              <a:cxnLst/>
              <a:rect r="r" b="b" t="t" l="l"/>
              <a:pathLst>
                <a:path h="4567301" w="4430268">
                  <a:moveTo>
                    <a:pt x="0" y="0"/>
                  </a:moveTo>
                  <a:lnTo>
                    <a:pt x="4430268" y="0"/>
                  </a:lnTo>
                  <a:lnTo>
                    <a:pt x="4430268" y="4567301"/>
                  </a:lnTo>
                  <a:lnTo>
                    <a:pt x="0" y="4567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" r="0" b="-4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85849" y="4052258"/>
            <a:ext cx="3322701" cy="3425476"/>
            <a:chOff x="0" y="0"/>
            <a:chExt cx="4430268" cy="45673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30268" cy="4567301"/>
            </a:xfrm>
            <a:custGeom>
              <a:avLst/>
              <a:gdLst/>
              <a:ahLst/>
              <a:cxnLst/>
              <a:rect r="r" b="b" t="t" l="l"/>
              <a:pathLst>
                <a:path h="4567301" w="4430268">
                  <a:moveTo>
                    <a:pt x="0" y="0"/>
                  </a:moveTo>
                  <a:lnTo>
                    <a:pt x="4430268" y="0"/>
                  </a:lnTo>
                  <a:lnTo>
                    <a:pt x="4430268" y="4567301"/>
                  </a:lnTo>
                  <a:lnTo>
                    <a:pt x="0" y="4567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" r="0" b="-48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6780">
            <a:off x="-536686" y="947738"/>
            <a:ext cx="19361382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12941" y="3717141"/>
            <a:ext cx="3884676" cy="1417892"/>
            <a:chOff x="0" y="0"/>
            <a:chExt cx="5179568" cy="18905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79568" cy="1890522"/>
            </a:xfrm>
            <a:custGeom>
              <a:avLst/>
              <a:gdLst/>
              <a:ahLst/>
              <a:cxnLst/>
              <a:rect r="r" b="b" t="t" l="l"/>
              <a:pathLst>
                <a:path h="1890522" w="5179568">
                  <a:moveTo>
                    <a:pt x="0" y="0"/>
                  </a:moveTo>
                  <a:lnTo>
                    <a:pt x="5179568" y="0"/>
                  </a:lnTo>
                  <a:lnTo>
                    <a:pt x="5179568" y="1890522"/>
                  </a:lnTo>
                  <a:lnTo>
                    <a:pt x="0" y="1890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" t="0" r="-24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590253" y="3919342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Contexto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90253" y="4886401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Problema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0253" y="5825857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Necesidad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90253" y="6736571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Solución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53030" y="4022541"/>
            <a:ext cx="2395204" cy="57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b="true" sz="228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Requerimientos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87584" y="4896879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Épicas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87593" y="5790648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Historias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87593" y="6700761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Arquitectura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431548" y="3975059"/>
            <a:ext cx="1912739" cy="627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Metodología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27500" y="4820698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Evidencias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27538" y="5790648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Cronograma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27557" y="6747072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Conclusiones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69875" y="3900292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69827" y="4791146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69550" y="5771598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69827" y="6660709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88174" y="3941474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88183" y="4867351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88193" y="5796305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88193" y="6731946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06797" y="3984450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06864" y="4867327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06864" y="5761096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06864" y="6717521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3710" y="1365285"/>
            <a:ext cx="16980598" cy="17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3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TABLA DE CONTENIDOS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-2652855" y="-358892"/>
            <a:ext cx="22575298" cy="1152334"/>
            <a:chOff x="0" y="0"/>
            <a:chExt cx="30100397" cy="15364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100398" cy="1536446"/>
            </a:xfrm>
            <a:custGeom>
              <a:avLst/>
              <a:gdLst/>
              <a:ahLst/>
              <a:cxnLst/>
              <a:rect r="r" b="b" t="t" l="l"/>
              <a:pathLst>
                <a:path h="1536446" w="30100398">
                  <a:moveTo>
                    <a:pt x="0" y="0"/>
                  </a:moveTo>
                  <a:lnTo>
                    <a:pt x="30100398" y="0"/>
                  </a:lnTo>
                  <a:lnTo>
                    <a:pt x="30100398" y="1536446"/>
                  </a:lnTo>
                  <a:lnTo>
                    <a:pt x="0" y="1536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" t="0" r="-2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967403" y="100689"/>
            <a:ext cx="3841147" cy="642271"/>
            <a:chOff x="0" y="0"/>
            <a:chExt cx="5121529" cy="8563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1529" cy="856361"/>
            </a:xfrm>
            <a:custGeom>
              <a:avLst/>
              <a:gdLst/>
              <a:ahLst/>
              <a:cxnLst/>
              <a:rect r="r" b="b" t="t" l="l"/>
              <a:pathLst>
                <a:path h="856361" w="5121529">
                  <a:moveTo>
                    <a:pt x="0" y="0"/>
                  </a:moveTo>
                  <a:lnTo>
                    <a:pt x="5121529" y="0"/>
                  </a:lnTo>
                  <a:lnTo>
                    <a:pt x="5121529" y="856361"/>
                  </a:lnTo>
                  <a:lnTo>
                    <a:pt x="0" y="85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898" r="0" b="-898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1145160">
            <a:off x="3789283" y="4321226"/>
            <a:ext cx="2153888" cy="3026283"/>
            <a:chOff x="0" y="0"/>
            <a:chExt cx="2871851" cy="40350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71851" cy="4035044"/>
            </a:xfrm>
            <a:custGeom>
              <a:avLst/>
              <a:gdLst/>
              <a:ahLst/>
              <a:cxnLst/>
              <a:rect r="r" b="b" t="t" l="l"/>
              <a:pathLst>
                <a:path h="4035044" w="2871851">
                  <a:moveTo>
                    <a:pt x="0" y="0"/>
                  </a:moveTo>
                  <a:lnTo>
                    <a:pt x="2871851" y="0"/>
                  </a:lnTo>
                  <a:lnTo>
                    <a:pt x="2871851" y="4035044"/>
                  </a:lnTo>
                  <a:lnTo>
                    <a:pt x="0" y="4035044"/>
                  </a:lnTo>
                  <a:close/>
                </a:path>
              </a:pathLst>
            </a:custGeom>
            <a:blipFill>
              <a:blip r:embed="rId9"/>
              <a:stretch>
                <a:fillRect l="-20251" t="0" r="-20251" b="0"/>
              </a:stretch>
            </a:blipFill>
          </p:spPr>
        </p:sp>
      </p:grpSp>
      <p:sp>
        <p:nvSpPr>
          <p:cNvPr name="AutoShape 47" id="47"/>
          <p:cNvSpPr/>
          <p:nvPr/>
        </p:nvSpPr>
        <p:spPr>
          <a:xfrm rot="6780">
            <a:off x="-42910" y="8921029"/>
            <a:ext cx="19361382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07573" y="4460129"/>
            <a:ext cx="9497663" cy="5193963"/>
            <a:chOff x="0" y="0"/>
            <a:chExt cx="12663551" cy="69252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63551" cy="6925310"/>
            </a:xfrm>
            <a:custGeom>
              <a:avLst/>
              <a:gdLst/>
              <a:ahLst/>
              <a:cxnLst/>
              <a:rect r="r" b="b" t="t" l="l"/>
              <a:pathLst>
                <a:path h="6925310" w="12663551">
                  <a:moveTo>
                    <a:pt x="0" y="0"/>
                  </a:moveTo>
                  <a:lnTo>
                    <a:pt x="12663551" y="0"/>
                  </a:lnTo>
                  <a:lnTo>
                    <a:pt x="12663551" y="6925310"/>
                  </a:lnTo>
                  <a:lnTo>
                    <a:pt x="0" y="692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11" r="0" b="-17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8820000">
            <a:off x="4533281" y="-1077011"/>
            <a:ext cx="3863912" cy="3419570"/>
            <a:chOff x="0" y="0"/>
            <a:chExt cx="5151882" cy="4559427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5151882" cy="4559427"/>
            </a:xfrm>
            <a:custGeom>
              <a:avLst/>
              <a:gdLst/>
              <a:ahLst/>
              <a:cxnLst/>
              <a:rect r="r" b="b" t="t" l="l"/>
              <a:pathLst>
                <a:path h="4559427" w="5151882">
                  <a:moveTo>
                    <a:pt x="0" y="4559427"/>
                  </a:moveTo>
                  <a:lnTo>
                    <a:pt x="5151882" y="4559427"/>
                  </a:lnTo>
                  <a:lnTo>
                    <a:pt x="5151882" y="0"/>
                  </a:lnTo>
                  <a:lnTo>
                    <a:pt x="0" y="0"/>
                  </a:lnTo>
                  <a:lnTo>
                    <a:pt x="0" y="4559427"/>
                  </a:lnTo>
                  <a:close/>
                </a:path>
              </a:pathLst>
            </a:custGeom>
            <a:blipFill>
              <a:blip r:embed="rId5">
                <a:alphaModFix amt="35000"/>
              </a:blip>
              <a:stretch>
                <a:fillRect l="0" t="-4" r="0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69773" y="5697969"/>
            <a:ext cx="3687890" cy="3753517"/>
            <a:chOff x="0" y="0"/>
            <a:chExt cx="4917186" cy="5004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1455" y="825494"/>
            <a:ext cx="714470" cy="714470"/>
            <a:chOff x="0" y="0"/>
            <a:chExt cx="952627" cy="952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07573" y="3839547"/>
            <a:ext cx="9434341" cy="2860548"/>
            <a:chOff x="0" y="0"/>
            <a:chExt cx="12579121" cy="3814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9096" cy="3814064"/>
            </a:xfrm>
            <a:custGeom>
              <a:avLst/>
              <a:gdLst/>
              <a:ahLst/>
              <a:cxnLst/>
              <a:rect r="r" b="b" t="t" l="l"/>
              <a:pathLst>
                <a:path h="3814064" w="12579096">
                  <a:moveTo>
                    <a:pt x="0" y="0"/>
                  </a:moveTo>
                  <a:lnTo>
                    <a:pt x="12579096" y="0"/>
                  </a:lnTo>
                  <a:lnTo>
                    <a:pt x="12579096" y="3814064"/>
                  </a:lnTo>
                  <a:lnTo>
                    <a:pt x="0" y="3814064"/>
                  </a:lnTo>
                  <a:close/>
                </a:path>
              </a:pathLst>
            </a:custGeom>
            <a:blipFill>
              <a:blip r:embed="rId8"/>
              <a:stretch>
                <a:fillRect l="-3923" t="0" r="-392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07582" y="2155012"/>
            <a:ext cx="6874669" cy="1484471"/>
            <a:chOff x="0" y="0"/>
            <a:chExt cx="9166225" cy="19792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66225" cy="1979295"/>
            </a:xfrm>
            <a:custGeom>
              <a:avLst/>
              <a:gdLst/>
              <a:ahLst/>
              <a:cxnLst/>
              <a:rect r="r" b="b" t="t" l="l"/>
              <a:pathLst>
                <a:path h="1979295" w="9166225">
                  <a:moveTo>
                    <a:pt x="0" y="0"/>
                  </a:moveTo>
                  <a:lnTo>
                    <a:pt x="9166225" y="0"/>
                  </a:lnTo>
                  <a:lnTo>
                    <a:pt x="9166225" y="1979295"/>
                  </a:lnTo>
                  <a:lnTo>
                    <a:pt x="0" y="1979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0963" r="0" b="-8096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33356" y="2436990"/>
            <a:ext cx="877538" cy="877538"/>
            <a:chOff x="0" y="0"/>
            <a:chExt cx="1170051" cy="1170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051" cy="1170051"/>
            </a:xfrm>
            <a:custGeom>
              <a:avLst/>
              <a:gdLst/>
              <a:ahLst/>
              <a:cxnLst/>
              <a:rect r="r" b="b" t="t" l="l"/>
              <a:pathLst>
                <a:path h="1170051" w="1170051">
                  <a:moveTo>
                    <a:pt x="0" y="0"/>
                  </a:moveTo>
                  <a:lnTo>
                    <a:pt x="1170051" y="0"/>
                  </a:lnTo>
                  <a:lnTo>
                    <a:pt x="1170051" y="1170051"/>
                  </a:lnTo>
                  <a:lnTo>
                    <a:pt x="0" y="1170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105819" y="2325434"/>
            <a:ext cx="1100614" cy="1100614"/>
            <a:chOff x="0" y="0"/>
            <a:chExt cx="1467485" cy="14674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7485" cy="1467485"/>
            </a:xfrm>
            <a:custGeom>
              <a:avLst/>
              <a:gdLst/>
              <a:ahLst/>
              <a:cxnLst/>
              <a:rect r="r" b="b" t="t" l="l"/>
              <a:pathLst>
                <a:path h="1467485" w="1467485">
                  <a:moveTo>
                    <a:pt x="0" y="0"/>
                  </a:moveTo>
                  <a:lnTo>
                    <a:pt x="1467485" y="0"/>
                  </a:lnTo>
                  <a:lnTo>
                    <a:pt x="1467485" y="1467485"/>
                  </a:lnTo>
                  <a:lnTo>
                    <a:pt x="0" y="1467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51701" y="6837693"/>
            <a:ext cx="5604300" cy="5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TIENDA DE OPERACIÓN FÍSICA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1606" y="3296774"/>
            <a:ext cx="5604196" cy="167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CONTEXTO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5133" y="7762751"/>
            <a:ext cx="8518798" cy="151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19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Operación Física Exclusiva: Tienda Todo FreakStore enfocada en la cultura geek y productos TCG, operando únicamente con venta presencial e inventario en papel/físico.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37007" y="4756252"/>
            <a:ext cx="34269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3914" y="705850"/>
            <a:ext cx="4233710" cy="79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51528" y="2200065"/>
            <a:ext cx="13158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b="true" sz="2499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CLIENTE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51528" y="2571550"/>
            <a:ext cx="3511496" cy="95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b="true" sz="2499" i="true">
                <a:solidFill>
                  <a:srgbClr val="000000"/>
                </a:solidFill>
                <a:latin typeface="Atkinson Hyperlegible Bold Italics"/>
                <a:ea typeface="Atkinson Hyperlegible Bold Italics"/>
                <a:cs typeface="Atkinson Hyperlegible Bold Italics"/>
                <a:sym typeface="Atkinson Hyperlegible Bold Italics"/>
              </a:rPr>
              <a:t>Cesar Quintana Trujillo</a:t>
            </a:r>
          </a:p>
          <a:p>
            <a:pPr algn="l">
              <a:lnSpc>
                <a:spcPts val="3110"/>
              </a:lnSpc>
            </a:pPr>
            <a:r>
              <a:rPr lang="en-US" b="true" sz="1800" i="true">
                <a:solidFill>
                  <a:srgbClr val="FF3131"/>
                </a:solidFill>
                <a:latin typeface="Atkinson Hyperlegible Bold Italics"/>
                <a:ea typeface="Atkinson Hyperlegible Bold Italics"/>
                <a:cs typeface="Atkinson Hyperlegible Bold Italics"/>
                <a:sym typeface="Atkinson Hyperlegible Bold Italics"/>
              </a:rPr>
              <a:t>Dueño de Tienda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00834" y="7250868"/>
            <a:ext cx="2467204" cy="44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b="true" sz="2099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16198" y="5077149"/>
            <a:ext cx="4156424" cy="1962817"/>
            <a:chOff x="0" y="0"/>
            <a:chExt cx="5541899" cy="2617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41899" cy="2617089"/>
            </a:xfrm>
            <a:custGeom>
              <a:avLst/>
              <a:gdLst/>
              <a:ahLst/>
              <a:cxnLst/>
              <a:rect r="r" b="b" t="t" l="l"/>
              <a:pathLst>
                <a:path h="2617089" w="5541899">
                  <a:moveTo>
                    <a:pt x="0" y="0"/>
                  </a:moveTo>
                  <a:lnTo>
                    <a:pt x="5541899" y="0"/>
                  </a:lnTo>
                  <a:lnTo>
                    <a:pt x="5541899" y="2617089"/>
                  </a:lnTo>
                  <a:lnTo>
                    <a:pt x="0" y="2617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104" r="0" b="-4010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71716" y="5077149"/>
            <a:ext cx="4546092" cy="1941290"/>
            <a:chOff x="0" y="0"/>
            <a:chExt cx="6061456" cy="25883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61456" cy="2588387"/>
            </a:xfrm>
            <a:custGeom>
              <a:avLst/>
              <a:gdLst/>
              <a:ahLst/>
              <a:cxnLst/>
              <a:rect r="r" b="b" t="t" l="l"/>
              <a:pathLst>
                <a:path h="2588387" w="6061456">
                  <a:moveTo>
                    <a:pt x="0" y="0"/>
                  </a:moveTo>
                  <a:lnTo>
                    <a:pt x="6061456" y="0"/>
                  </a:lnTo>
                  <a:lnTo>
                    <a:pt x="6061456" y="2588387"/>
                  </a:lnTo>
                  <a:lnTo>
                    <a:pt x="0" y="258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644" r="0" b="-496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8820000">
            <a:off x="4533281" y="-1077011"/>
            <a:ext cx="3863912" cy="3419570"/>
            <a:chOff x="0" y="0"/>
            <a:chExt cx="5151882" cy="4559427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5151882" cy="4559427"/>
            </a:xfrm>
            <a:custGeom>
              <a:avLst/>
              <a:gdLst/>
              <a:ahLst/>
              <a:cxnLst/>
              <a:rect r="r" b="b" t="t" l="l"/>
              <a:pathLst>
                <a:path h="4559427" w="5151882">
                  <a:moveTo>
                    <a:pt x="0" y="4559427"/>
                  </a:moveTo>
                  <a:lnTo>
                    <a:pt x="5151882" y="4559427"/>
                  </a:lnTo>
                  <a:lnTo>
                    <a:pt x="5151882" y="0"/>
                  </a:lnTo>
                  <a:lnTo>
                    <a:pt x="0" y="0"/>
                  </a:lnTo>
                  <a:lnTo>
                    <a:pt x="0" y="4559427"/>
                  </a:lnTo>
                  <a:close/>
                </a:path>
              </a:pathLst>
            </a:custGeom>
            <a:blipFill>
              <a:blip r:embed="rId5">
                <a:alphaModFix amt="35000"/>
              </a:blip>
              <a:stretch>
                <a:fillRect l="0" t="-4" r="0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69773" y="5721763"/>
            <a:ext cx="3687890" cy="3753517"/>
            <a:chOff x="0" y="0"/>
            <a:chExt cx="4917186" cy="50046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71455" y="673094"/>
            <a:ext cx="714470" cy="714470"/>
            <a:chOff x="0" y="0"/>
            <a:chExt cx="952627" cy="952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037756" y="5378253"/>
            <a:ext cx="757523" cy="757523"/>
            <a:chOff x="0" y="0"/>
            <a:chExt cx="1010031" cy="10100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0"/>
                  </a:moveTo>
                  <a:lnTo>
                    <a:pt x="1010031" y="0"/>
                  </a:lnTo>
                  <a:lnTo>
                    <a:pt x="1010031" y="1010031"/>
                  </a:lnTo>
                  <a:lnTo>
                    <a:pt x="0" y="1010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21916" y="5275764"/>
            <a:ext cx="860012" cy="860012"/>
            <a:chOff x="0" y="0"/>
            <a:chExt cx="1146683" cy="11466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6683" cy="1146683"/>
            </a:xfrm>
            <a:custGeom>
              <a:avLst/>
              <a:gdLst/>
              <a:ahLst/>
              <a:cxnLst/>
              <a:rect r="r" b="b" t="t" l="l"/>
              <a:pathLst>
                <a:path h="1146683" w="1146683">
                  <a:moveTo>
                    <a:pt x="0" y="0"/>
                  </a:moveTo>
                  <a:lnTo>
                    <a:pt x="1146683" y="0"/>
                  </a:lnTo>
                  <a:lnTo>
                    <a:pt x="1146683" y="1146683"/>
                  </a:lnTo>
                  <a:lnTo>
                    <a:pt x="0" y="1146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71716" y="1471953"/>
            <a:ext cx="5358660" cy="3240608"/>
            <a:chOff x="0" y="0"/>
            <a:chExt cx="7144880" cy="43208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44881" cy="4320811"/>
            </a:xfrm>
            <a:custGeom>
              <a:avLst/>
              <a:gdLst/>
              <a:ahLst/>
              <a:cxnLst/>
              <a:rect r="r" b="b" t="t" l="l"/>
              <a:pathLst>
                <a:path h="4320811" w="7144881">
                  <a:moveTo>
                    <a:pt x="0" y="0"/>
                  </a:moveTo>
                  <a:lnTo>
                    <a:pt x="7144881" y="0"/>
                  </a:lnTo>
                  <a:lnTo>
                    <a:pt x="7144881" y="4320811"/>
                  </a:lnTo>
                  <a:lnTo>
                    <a:pt x="0" y="4320811"/>
                  </a:lnTo>
                  <a:close/>
                </a:path>
              </a:pathLst>
            </a:custGeom>
            <a:blipFill>
              <a:blip r:embed="rId10"/>
              <a:stretch>
                <a:fillRect l="-3775" t="0" r="-377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30376" y="1387564"/>
            <a:ext cx="3642265" cy="3324997"/>
            <a:chOff x="0" y="0"/>
            <a:chExt cx="4856353" cy="44333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56353" cy="4433329"/>
            </a:xfrm>
            <a:custGeom>
              <a:avLst/>
              <a:gdLst/>
              <a:ahLst/>
              <a:cxnLst/>
              <a:rect r="r" b="b" t="t" l="l"/>
              <a:pathLst>
                <a:path h="4433329" w="4856353">
                  <a:moveTo>
                    <a:pt x="0" y="0"/>
                  </a:moveTo>
                  <a:lnTo>
                    <a:pt x="4856353" y="0"/>
                  </a:lnTo>
                  <a:lnTo>
                    <a:pt x="4856353" y="4433329"/>
                  </a:lnTo>
                  <a:lnTo>
                    <a:pt x="0" y="4433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702" t="0" r="-3070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16198" y="7125700"/>
            <a:ext cx="4156424" cy="2146011"/>
            <a:chOff x="0" y="0"/>
            <a:chExt cx="5541899" cy="28613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41899" cy="2861310"/>
            </a:xfrm>
            <a:custGeom>
              <a:avLst/>
              <a:gdLst/>
              <a:ahLst/>
              <a:cxnLst/>
              <a:rect r="r" b="b" t="t" l="l"/>
              <a:pathLst>
                <a:path h="2861310" w="5541899">
                  <a:moveTo>
                    <a:pt x="0" y="0"/>
                  </a:moveTo>
                  <a:lnTo>
                    <a:pt x="5541899" y="0"/>
                  </a:lnTo>
                  <a:lnTo>
                    <a:pt x="5541899" y="2861310"/>
                  </a:lnTo>
                  <a:lnTo>
                    <a:pt x="0" y="2861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413" r="0" b="-3241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71726" y="7125700"/>
            <a:ext cx="4546092" cy="2148364"/>
            <a:chOff x="0" y="0"/>
            <a:chExt cx="6061456" cy="28644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61456" cy="2864485"/>
            </a:xfrm>
            <a:custGeom>
              <a:avLst/>
              <a:gdLst/>
              <a:ahLst/>
              <a:cxnLst/>
              <a:rect r="r" b="b" t="t" l="l"/>
              <a:pathLst>
                <a:path h="2864485" w="6061456">
                  <a:moveTo>
                    <a:pt x="0" y="0"/>
                  </a:moveTo>
                  <a:lnTo>
                    <a:pt x="6061456" y="0"/>
                  </a:lnTo>
                  <a:lnTo>
                    <a:pt x="6061456" y="2864485"/>
                  </a:lnTo>
                  <a:lnTo>
                    <a:pt x="0" y="286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040" r="0" b="-4004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78939" y="7375560"/>
            <a:ext cx="945928" cy="785146"/>
            <a:chOff x="0" y="0"/>
            <a:chExt cx="1261237" cy="10468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1237" cy="1046861"/>
            </a:xfrm>
            <a:custGeom>
              <a:avLst/>
              <a:gdLst/>
              <a:ahLst/>
              <a:cxnLst/>
              <a:rect r="r" b="b" t="t" l="l"/>
              <a:pathLst>
                <a:path h="1046861" w="1261237">
                  <a:moveTo>
                    <a:pt x="0" y="0"/>
                  </a:moveTo>
                  <a:lnTo>
                    <a:pt x="1261237" y="0"/>
                  </a:lnTo>
                  <a:lnTo>
                    <a:pt x="1261237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23" t="0" r="-523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037756" y="7375560"/>
            <a:ext cx="852964" cy="883920"/>
            <a:chOff x="0" y="0"/>
            <a:chExt cx="1137285" cy="1178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7285" cy="1178560"/>
            </a:xfrm>
            <a:custGeom>
              <a:avLst/>
              <a:gdLst/>
              <a:ahLst/>
              <a:cxnLst/>
              <a:rect r="r" b="b" t="t" l="l"/>
              <a:pathLst>
                <a:path h="1178560" w="1137285">
                  <a:moveTo>
                    <a:pt x="0" y="0"/>
                  </a:moveTo>
                  <a:lnTo>
                    <a:pt x="1137285" y="0"/>
                  </a:lnTo>
                  <a:lnTo>
                    <a:pt x="1137285" y="1178560"/>
                  </a:lnTo>
                  <a:lnTo>
                    <a:pt x="0" y="1178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59" r="0" b="-15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648325" y="6081522"/>
            <a:ext cx="35363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INVISIBILIDAD COMERCIAL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72132" y="6125508"/>
            <a:ext cx="395959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MANUAL E INEFICIENTE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3357448"/>
            <a:ext cx="5604196" cy="167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PROBLEMA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48567" y="4809487"/>
            <a:ext cx="34269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23914" y="551812"/>
            <a:ext cx="4233710" cy="79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94952" y="9195521"/>
            <a:ext cx="395402" cy="46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75264" y="2620270"/>
            <a:ext cx="3219698" cy="188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5"/>
              </a:lnSpc>
            </a:pPr>
            <a:r>
              <a:rPr lang="en-US" sz="1898" i="true">
                <a:solidFill>
                  <a:srgbClr val="FFFFFF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Local comercial poco visible y oculto al público general, con escaso flujo peatonal directo.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50417" y="1497861"/>
            <a:ext cx="3642236" cy="96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UBICACIÓN DESFAVORABLE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96045" y="8174803"/>
            <a:ext cx="348866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FALTA DE PROCESOS AUTOMATIZADOS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764953" y="8174803"/>
            <a:ext cx="395959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FALTA DE SISTEMA DE VENTAS </a:t>
            </a:r>
          </a:p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 LINEA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2B3D59">
                    <a:alpha val="100000"/>
                  </a:srgbClr>
                </a:gs>
                <a:gs pos="100000">
                  <a:srgbClr val="03060C">
                    <a:alpha val="100000"/>
                  </a:srgbClr>
                </a:gs>
              </a:gsLst>
              <a:path path="circle">
                <a:fillToRect l="100100" r="-100" t="100100" b="-100"/>
              </a:path>
              <a:tileRect r="-100200" l="0" b="-100200" t="0"/>
            </a:gradFill>
          </p:spPr>
        </p:sp>
      </p:grpSp>
      <p:grpSp>
        <p:nvGrpSpPr>
          <p:cNvPr name="Group 4" id="4"/>
          <p:cNvGrpSpPr/>
          <p:nvPr/>
        </p:nvGrpSpPr>
        <p:grpSpPr>
          <a:xfrm rot="-8820000">
            <a:off x="4533281" y="-1077011"/>
            <a:ext cx="3863912" cy="3419570"/>
            <a:chOff x="0" y="0"/>
            <a:chExt cx="5151882" cy="4559427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5151882" cy="4559427"/>
            </a:xfrm>
            <a:custGeom>
              <a:avLst/>
              <a:gdLst/>
              <a:ahLst/>
              <a:cxnLst/>
              <a:rect r="r" b="b" t="t" l="l"/>
              <a:pathLst>
                <a:path h="4559427" w="5151882">
                  <a:moveTo>
                    <a:pt x="0" y="4559427"/>
                  </a:moveTo>
                  <a:lnTo>
                    <a:pt x="5151882" y="4559427"/>
                  </a:lnTo>
                  <a:lnTo>
                    <a:pt x="5151882" y="0"/>
                  </a:lnTo>
                  <a:lnTo>
                    <a:pt x="0" y="0"/>
                  </a:lnTo>
                  <a:lnTo>
                    <a:pt x="0" y="4559427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0" t="-4" r="0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69773" y="5844578"/>
            <a:ext cx="3687890" cy="3753517"/>
            <a:chOff x="0" y="0"/>
            <a:chExt cx="4917186" cy="50046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71455" y="826284"/>
            <a:ext cx="714470" cy="714470"/>
            <a:chOff x="0" y="0"/>
            <a:chExt cx="952627" cy="952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20603" y="350196"/>
            <a:ext cx="7367397" cy="1239383"/>
            <a:chOff x="0" y="0"/>
            <a:chExt cx="9823196" cy="1652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23196" cy="1652524"/>
            </a:xfrm>
            <a:custGeom>
              <a:avLst/>
              <a:gdLst/>
              <a:ahLst/>
              <a:cxnLst/>
              <a:rect r="r" b="b" t="t" l="l"/>
              <a:pathLst>
                <a:path h="1652524" w="9823196">
                  <a:moveTo>
                    <a:pt x="0" y="0"/>
                  </a:moveTo>
                  <a:lnTo>
                    <a:pt x="9823196" y="0"/>
                  </a:lnTo>
                  <a:lnTo>
                    <a:pt x="9823196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" t="0" r="-1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11463" y="1795415"/>
            <a:ext cx="9176537" cy="1494434"/>
            <a:chOff x="0" y="0"/>
            <a:chExt cx="12235383" cy="19925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4" r="0" b="-5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396945" y="974912"/>
            <a:ext cx="1869567" cy="2992184"/>
            <a:chOff x="0" y="0"/>
            <a:chExt cx="2492756" cy="39895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2756" cy="3989578"/>
            </a:xfrm>
            <a:custGeom>
              <a:avLst/>
              <a:gdLst/>
              <a:ahLst/>
              <a:cxnLst/>
              <a:rect r="r" b="b" t="t" l="l"/>
              <a:pathLst>
                <a:path h="3989578" w="2492756">
                  <a:moveTo>
                    <a:pt x="0" y="0"/>
                  </a:moveTo>
                  <a:lnTo>
                    <a:pt x="2492756" y="0"/>
                  </a:lnTo>
                  <a:lnTo>
                    <a:pt x="2492756" y="3989578"/>
                  </a:lnTo>
                  <a:lnTo>
                    <a:pt x="0" y="3989578"/>
                  </a:lnTo>
                  <a:close/>
                </a:path>
              </a:pathLst>
            </a:custGeom>
            <a:blipFill>
              <a:blip r:embed="rId8"/>
              <a:stretch>
                <a:fillRect l="0" t="-3915" r="0" b="-391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771165" y="3676660"/>
            <a:ext cx="7516835" cy="1329738"/>
            <a:chOff x="0" y="0"/>
            <a:chExt cx="10022446" cy="1772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22459" cy="1772920"/>
            </a:xfrm>
            <a:custGeom>
              <a:avLst/>
              <a:gdLst/>
              <a:ahLst/>
              <a:cxnLst/>
              <a:rect r="r" b="b" t="t" l="l"/>
              <a:pathLst>
                <a:path h="1772920" w="10022459">
                  <a:moveTo>
                    <a:pt x="0" y="0"/>
                  </a:moveTo>
                  <a:lnTo>
                    <a:pt x="10022459" y="0"/>
                  </a:lnTo>
                  <a:lnTo>
                    <a:pt x="10022459" y="1772920"/>
                  </a:lnTo>
                  <a:lnTo>
                    <a:pt x="0" y="177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1" r="0" b="-15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5212223"/>
            <a:ext cx="9176537" cy="1494434"/>
            <a:chOff x="0" y="0"/>
            <a:chExt cx="12235383" cy="19925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4" r="0" b="-5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66513" y="2070297"/>
            <a:ext cx="1030510" cy="984123"/>
            <a:chOff x="0" y="0"/>
            <a:chExt cx="1374013" cy="13121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4013" cy="1312164"/>
            </a:xfrm>
            <a:custGeom>
              <a:avLst/>
              <a:gdLst/>
              <a:ahLst/>
              <a:cxnLst/>
              <a:rect r="r" b="b" t="t" l="l"/>
              <a:pathLst>
                <a:path h="1312164" w="1374013">
                  <a:moveTo>
                    <a:pt x="0" y="0"/>
                  </a:moveTo>
                  <a:lnTo>
                    <a:pt x="1374013" y="0"/>
                  </a:lnTo>
                  <a:lnTo>
                    <a:pt x="1374013" y="1312164"/>
                  </a:lnTo>
                  <a:lnTo>
                    <a:pt x="0" y="1312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0" r="0" b="-3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-1068360">
            <a:off x="8087335" y="4203249"/>
            <a:ext cx="1560481" cy="2082546"/>
            <a:chOff x="0" y="0"/>
            <a:chExt cx="2080641" cy="27767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80641" cy="2776728"/>
            </a:xfrm>
            <a:custGeom>
              <a:avLst/>
              <a:gdLst/>
              <a:ahLst/>
              <a:cxnLst/>
              <a:rect r="r" b="b" t="t" l="l"/>
              <a:pathLst>
                <a:path h="2776728" w="2080641">
                  <a:moveTo>
                    <a:pt x="0" y="0"/>
                  </a:moveTo>
                  <a:lnTo>
                    <a:pt x="2080641" y="0"/>
                  </a:lnTo>
                  <a:lnTo>
                    <a:pt x="2080641" y="2776728"/>
                  </a:lnTo>
                  <a:lnTo>
                    <a:pt x="0" y="2776728"/>
                  </a:lnTo>
                  <a:close/>
                </a:path>
              </a:pathLst>
            </a:custGeom>
            <a:blipFill>
              <a:blip r:embed="rId11"/>
              <a:stretch>
                <a:fillRect l="0" t="-2225" r="0" b="-222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-1068360">
            <a:off x="8927935" y="5202174"/>
            <a:ext cx="1504950" cy="2008442"/>
            <a:chOff x="0" y="0"/>
            <a:chExt cx="2006600" cy="26779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06600" cy="2677922"/>
            </a:xfrm>
            <a:custGeom>
              <a:avLst/>
              <a:gdLst/>
              <a:ahLst/>
              <a:cxnLst/>
              <a:rect r="r" b="b" t="t" l="l"/>
              <a:pathLst>
                <a:path h="2677922" w="2006600">
                  <a:moveTo>
                    <a:pt x="0" y="0"/>
                  </a:moveTo>
                  <a:lnTo>
                    <a:pt x="2006600" y="0"/>
                  </a:lnTo>
                  <a:lnTo>
                    <a:pt x="2006600" y="2677922"/>
                  </a:lnTo>
                  <a:lnTo>
                    <a:pt x="0" y="2677922"/>
                  </a:lnTo>
                  <a:close/>
                </a:path>
              </a:pathLst>
            </a:custGeom>
            <a:blipFill>
              <a:blip r:embed="rId12"/>
              <a:stretch>
                <a:fillRect l="0" t="-2224" r="0" b="-222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20603" y="5492791"/>
            <a:ext cx="896017" cy="896017"/>
            <a:chOff x="0" y="0"/>
            <a:chExt cx="1194689" cy="11946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4689" cy="1194689"/>
            </a:xfrm>
            <a:custGeom>
              <a:avLst/>
              <a:gdLst/>
              <a:ahLst/>
              <a:cxnLst/>
              <a:rect r="r" b="b" t="t" l="l"/>
              <a:pathLst>
                <a:path h="1194689" w="1194689">
                  <a:moveTo>
                    <a:pt x="0" y="0"/>
                  </a:moveTo>
                  <a:lnTo>
                    <a:pt x="1194689" y="0"/>
                  </a:lnTo>
                  <a:lnTo>
                    <a:pt x="1194689" y="1194689"/>
                  </a:lnTo>
                  <a:lnTo>
                    <a:pt x="0" y="119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771165" y="6989235"/>
            <a:ext cx="7516835" cy="1269044"/>
            <a:chOff x="0" y="0"/>
            <a:chExt cx="10022446" cy="16920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22459" cy="1692021"/>
            </a:xfrm>
            <a:custGeom>
              <a:avLst/>
              <a:gdLst/>
              <a:ahLst/>
              <a:cxnLst/>
              <a:rect r="r" b="b" t="t" l="l"/>
              <a:pathLst>
                <a:path h="1692021" w="10022459">
                  <a:moveTo>
                    <a:pt x="0" y="0"/>
                  </a:moveTo>
                  <a:lnTo>
                    <a:pt x="10022459" y="0"/>
                  </a:lnTo>
                  <a:lnTo>
                    <a:pt x="10022459" y="1692021"/>
                  </a:lnTo>
                  <a:lnTo>
                    <a:pt x="0" y="1692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76" t="0" r="-76" b="-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11463" y="8524808"/>
            <a:ext cx="9176537" cy="1494434"/>
            <a:chOff x="0" y="0"/>
            <a:chExt cx="12235383" cy="19925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4" r="0" b="-5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114024" y="7405211"/>
            <a:ext cx="2059972" cy="2894362"/>
            <a:chOff x="0" y="0"/>
            <a:chExt cx="2746629" cy="38591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6629" cy="3859149"/>
            </a:xfrm>
            <a:custGeom>
              <a:avLst/>
              <a:gdLst/>
              <a:ahLst/>
              <a:cxnLst/>
              <a:rect r="r" b="b" t="t" l="l"/>
              <a:pathLst>
                <a:path h="3859149" w="2746629">
                  <a:moveTo>
                    <a:pt x="0" y="0"/>
                  </a:moveTo>
                  <a:lnTo>
                    <a:pt x="2746629" y="0"/>
                  </a:lnTo>
                  <a:lnTo>
                    <a:pt x="2746629" y="3859149"/>
                  </a:lnTo>
                  <a:lnTo>
                    <a:pt x="0" y="3859149"/>
                  </a:lnTo>
                  <a:close/>
                </a:path>
              </a:pathLst>
            </a:custGeom>
            <a:blipFill>
              <a:blip r:embed="rId15"/>
              <a:stretch>
                <a:fillRect l="-20252" t="0" r="-2025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414502" y="8852887"/>
            <a:ext cx="1118426" cy="810863"/>
            <a:chOff x="0" y="0"/>
            <a:chExt cx="1491234" cy="1081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91234" cy="1081151"/>
            </a:xfrm>
            <a:custGeom>
              <a:avLst/>
              <a:gdLst/>
              <a:ahLst/>
              <a:cxnLst/>
              <a:rect r="r" b="b" t="t" l="l"/>
              <a:pathLst>
                <a:path h="1081151" w="1491234">
                  <a:moveTo>
                    <a:pt x="0" y="0"/>
                  </a:moveTo>
                  <a:lnTo>
                    <a:pt x="1491234" y="0"/>
                  </a:lnTo>
                  <a:lnTo>
                    <a:pt x="1491234" y="1081151"/>
                  </a:lnTo>
                  <a:lnTo>
                    <a:pt x="0" y="1081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1" t="0" r="-11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585964" y="464334"/>
            <a:ext cx="511444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5"/>
              </a:lnSpc>
            </a:pPr>
            <a:r>
              <a:rPr lang="en-US" b="true" sz="33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PRESENCIA OMNICANAL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3357448"/>
            <a:ext cx="5754843" cy="167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NECESIDAD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05465" y="1786623"/>
            <a:ext cx="5999683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e-commerce accesible y optimizado para móviles que supere la barrera de la ubicación física y aumente la visibilidad del negocio.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92626" y="4875105"/>
            <a:ext cx="34269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23914" y="706641"/>
            <a:ext cx="4233710" cy="79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1455" y="9142514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01486" y="3824278"/>
            <a:ext cx="69143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b="true" sz="32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DIGITALIZACIÓN CENTRALIZADA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38012" y="5370119"/>
            <a:ext cx="6010361" cy="95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Migrar el inventario físico a una base de datos propia y en tiempo real que evite errores de stock.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01486" y="7138787"/>
            <a:ext cx="69143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b="true" sz="32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AUTOMATIZACIÓN Y MÉTRICAS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771014" y="8658330"/>
            <a:ext cx="6331744" cy="95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Módulo transaccional para torneos (vía WhatsApp) y reporte ejecutivo con IA/BI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2537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2B3D59">
                    <a:alpha val="100000"/>
                  </a:srgbClr>
                </a:gs>
                <a:gs pos="100000">
                  <a:srgbClr val="03060C">
                    <a:alpha val="100000"/>
                  </a:srgbClr>
                </a:gs>
              </a:gsLst>
              <a:path path="circle">
                <a:fillToRect l="100100" r="-100" t="100100" b="-100"/>
              </a:path>
              <a:tileRect r="-100200" l="0" b="-100200" t="0"/>
            </a:gradFill>
          </p:spPr>
        </p:sp>
      </p:grpSp>
      <p:grpSp>
        <p:nvGrpSpPr>
          <p:cNvPr name="Group 4" id="4"/>
          <p:cNvGrpSpPr/>
          <p:nvPr/>
        </p:nvGrpSpPr>
        <p:grpSpPr>
          <a:xfrm rot="-8820000">
            <a:off x="4533281" y="-1077011"/>
            <a:ext cx="3863912" cy="3419570"/>
            <a:chOff x="0" y="0"/>
            <a:chExt cx="5151882" cy="4559427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5151882" cy="4559427"/>
            </a:xfrm>
            <a:custGeom>
              <a:avLst/>
              <a:gdLst/>
              <a:ahLst/>
              <a:cxnLst/>
              <a:rect r="r" b="b" t="t" l="l"/>
              <a:pathLst>
                <a:path h="4559427" w="5151882">
                  <a:moveTo>
                    <a:pt x="0" y="4559427"/>
                  </a:moveTo>
                  <a:lnTo>
                    <a:pt x="5151882" y="4559427"/>
                  </a:lnTo>
                  <a:lnTo>
                    <a:pt x="5151882" y="0"/>
                  </a:lnTo>
                  <a:lnTo>
                    <a:pt x="0" y="0"/>
                  </a:lnTo>
                  <a:lnTo>
                    <a:pt x="0" y="4559427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0" t="-4" r="0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1455" y="826284"/>
            <a:ext cx="714470" cy="714470"/>
            <a:chOff x="0" y="0"/>
            <a:chExt cx="952627" cy="952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20603" y="350196"/>
            <a:ext cx="7367397" cy="1239383"/>
            <a:chOff x="0" y="0"/>
            <a:chExt cx="9823196" cy="1652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23196" cy="1652524"/>
            </a:xfrm>
            <a:custGeom>
              <a:avLst/>
              <a:gdLst/>
              <a:ahLst/>
              <a:cxnLst/>
              <a:rect r="r" b="b" t="t" l="l"/>
              <a:pathLst>
                <a:path h="1652524" w="9823196">
                  <a:moveTo>
                    <a:pt x="0" y="0"/>
                  </a:moveTo>
                  <a:lnTo>
                    <a:pt x="9823196" y="0"/>
                  </a:lnTo>
                  <a:lnTo>
                    <a:pt x="9823196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" t="0" r="-1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11463" y="1795415"/>
            <a:ext cx="9176537" cy="1494434"/>
            <a:chOff x="0" y="0"/>
            <a:chExt cx="12235383" cy="19925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771165" y="3676660"/>
            <a:ext cx="7516835" cy="1329738"/>
            <a:chOff x="0" y="0"/>
            <a:chExt cx="10022446" cy="17729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22459" cy="1772920"/>
            </a:xfrm>
            <a:custGeom>
              <a:avLst/>
              <a:gdLst/>
              <a:ahLst/>
              <a:cxnLst/>
              <a:rect r="r" b="b" t="t" l="l"/>
              <a:pathLst>
                <a:path h="1772920" w="10022459">
                  <a:moveTo>
                    <a:pt x="0" y="0"/>
                  </a:moveTo>
                  <a:lnTo>
                    <a:pt x="10022459" y="0"/>
                  </a:lnTo>
                  <a:lnTo>
                    <a:pt x="10022459" y="1772920"/>
                  </a:lnTo>
                  <a:lnTo>
                    <a:pt x="0" y="177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1" r="0" b="-15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5212223"/>
            <a:ext cx="9176537" cy="1494434"/>
            <a:chOff x="0" y="0"/>
            <a:chExt cx="12235383" cy="19925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658675" y="2134819"/>
            <a:ext cx="1030510" cy="984123"/>
            <a:chOff x="0" y="0"/>
            <a:chExt cx="1374013" cy="13121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4013" cy="1312164"/>
            </a:xfrm>
            <a:custGeom>
              <a:avLst/>
              <a:gdLst/>
              <a:ahLst/>
              <a:cxnLst/>
              <a:rect r="r" b="b" t="t" l="l"/>
              <a:pathLst>
                <a:path h="1312164" w="1374013">
                  <a:moveTo>
                    <a:pt x="0" y="0"/>
                  </a:moveTo>
                  <a:lnTo>
                    <a:pt x="1374013" y="0"/>
                  </a:lnTo>
                  <a:lnTo>
                    <a:pt x="1374013" y="1312164"/>
                  </a:lnTo>
                  <a:lnTo>
                    <a:pt x="0" y="1312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0" r="0" b="-3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472595" y="5565686"/>
            <a:ext cx="896017" cy="896017"/>
            <a:chOff x="0" y="0"/>
            <a:chExt cx="1194689" cy="11946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4689" cy="1194689"/>
            </a:xfrm>
            <a:custGeom>
              <a:avLst/>
              <a:gdLst/>
              <a:ahLst/>
              <a:cxnLst/>
              <a:rect r="r" b="b" t="t" l="l"/>
              <a:pathLst>
                <a:path h="1194689" w="1194689">
                  <a:moveTo>
                    <a:pt x="0" y="0"/>
                  </a:moveTo>
                  <a:lnTo>
                    <a:pt x="1194689" y="0"/>
                  </a:lnTo>
                  <a:lnTo>
                    <a:pt x="1194689" y="1194689"/>
                  </a:lnTo>
                  <a:lnTo>
                    <a:pt x="0" y="119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71165" y="6989235"/>
            <a:ext cx="7516835" cy="1269044"/>
            <a:chOff x="0" y="0"/>
            <a:chExt cx="10022446" cy="16920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22459" cy="1692021"/>
            </a:xfrm>
            <a:custGeom>
              <a:avLst/>
              <a:gdLst/>
              <a:ahLst/>
              <a:cxnLst/>
              <a:rect r="r" b="b" t="t" l="l"/>
              <a:pathLst>
                <a:path h="1692021" w="10022459">
                  <a:moveTo>
                    <a:pt x="0" y="0"/>
                  </a:moveTo>
                  <a:lnTo>
                    <a:pt x="10022459" y="0"/>
                  </a:lnTo>
                  <a:lnTo>
                    <a:pt x="10022459" y="1692021"/>
                  </a:lnTo>
                  <a:lnTo>
                    <a:pt x="0" y="1692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6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11463" y="8524808"/>
            <a:ext cx="9176537" cy="1494434"/>
            <a:chOff x="0" y="0"/>
            <a:chExt cx="12235383" cy="1992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414502" y="8852887"/>
            <a:ext cx="1118426" cy="810863"/>
            <a:chOff x="0" y="0"/>
            <a:chExt cx="1491234" cy="1081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91234" cy="1081151"/>
            </a:xfrm>
            <a:custGeom>
              <a:avLst/>
              <a:gdLst/>
              <a:ahLst/>
              <a:cxnLst/>
              <a:rect r="r" b="b" t="t" l="l"/>
              <a:pathLst>
                <a:path h="1081151" w="1491234">
                  <a:moveTo>
                    <a:pt x="0" y="0"/>
                  </a:moveTo>
                  <a:lnTo>
                    <a:pt x="1491234" y="0"/>
                  </a:lnTo>
                  <a:lnTo>
                    <a:pt x="1491234" y="1081151"/>
                  </a:lnTo>
                  <a:lnTo>
                    <a:pt x="0" y="1081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1" t="0" r="-11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450731" y="4614853"/>
            <a:ext cx="2589562" cy="2138839"/>
            <a:chOff x="0" y="0"/>
            <a:chExt cx="3452749" cy="28517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52749" cy="2851785"/>
            </a:xfrm>
            <a:custGeom>
              <a:avLst/>
              <a:gdLst/>
              <a:ahLst/>
              <a:cxnLst/>
              <a:rect r="r" b="b" t="t" l="l"/>
              <a:pathLst>
                <a:path h="2851785" w="3452749">
                  <a:moveTo>
                    <a:pt x="0" y="0"/>
                  </a:moveTo>
                  <a:lnTo>
                    <a:pt x="3452749" y="0"/>
                  </a:lnTo>
                  <a:lnTo>
                    <a:pt x="3452749" y="2851785"/>
                  </a:lnTo>
                  <a:lnTo>
                    <a:pt x="0" y="2851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664" r="0" b="-66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05649" y="8078743"/>
            <a:ext cx="2622233" cy="1852041"/>
            <a:chOff x="0" y="0"/>
            <a:chExt cx="3496310" cy="24693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96310" cy="2469388"/>
            </a:xfrm>
            <a:custGeom>
              <a:avLst/>
              <a:gdLst/>
              <a:ahLst/>
              <a:cxnLst/>
              <a:rect r="r" b="b" t="t" l="l"/>
              <a:pathLst>
                <a:path h="2469388" w="3496310">
                  <a:moveTo>
                    <a:pt x="0" y="0"/>
                  </a:moveTo>
                  <a:lnTo>
                    <a:pt x="3496310" y="0"/>
                  </a:lnTo>
                  <a:lnTo>
                    <a:pt x="3496310" y="2469388"/>
                  </a:lnTo>
                  <a:lnTo>
                    <a:pt x="0" y="2469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60" r="0" b="-266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835191" y="5801230"/>
            <a:ext cx="3687890" cy="3753517"/>
            <a:chOff x="0" y="0"/>
            <a:chExt cx="4917186" cy="50046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54" r="0" b="-5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248592" y="1538488"/>
            <a:ext cx="2993803" cy="1751362"/>
            <a:chOff x="0" y="0"/>
            <a:chExt cx="3991737" cy="23351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91737" cy="2335149"/>
            </a:xfrm>
            <a:custGeom>
              <a:avLst/>
              <a:gdLst/>
              <a:ahLst/>
              <a:cxnLst/>
              <a:rect r="r" b="b" t="t" l="l"/>
              <a:pathLst>
                <a:path h="2335149" w="3991737">
                  <a:moveTo>
                    <a:pt x="0" y="0"/>
                  </a:moveTo>
                  <a:lnTo>
                    <a:pt x="3991737" y="0"/>
                  </a:lnTo>
                  <a:lnTo>
                    <a:pt x="3991737" y="2335149"/>
                  </a:lnTo>
                  <a:lnTo>
                    <a:pt x="0" y="2335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18" r="0" b="-117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471436" y="464334"/>
            <a:ext cx="334351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5"/>
              </a:lnSpc>
            </a:pPr>
            <a:r>
              <a:rPr lang="en-US" b="true" sz="336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SAAS A MEDIDA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357448"/>
            <a:ext cx="526078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SOLUCION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05465" y="1786623"/>
            <a:ext cx="5999683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e-commerce accesible y optimizado para móviles que supere la barrera de la ubicación física y aumente la visibilidad del negocio.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92626" y="4875105"/>
            <a:ext cx="34269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23914" y="706641"/>
            <a:ext cx="4233710" cy="79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3444" y="9114473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01486" y="3824278"/>
            <a:ext cx="69143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b="true" sz="327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VITRINA DIGITAL OPTIMIZADA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32889" y="5244522"/>
            <a:ext cx="6591433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Sitio web de alto impacto visual y rápido rendimiento (Next.js/Tailwind) para darle visibilidad total a la tienda y captar clientes fuera del local físico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90808" y="7001942"/>
            <a:ext cx="691434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2"/>
              </a:lnSpc>
            </a:pPr>
            <a:r>
              <a:rPr lang="en-US" b="true" sz="297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CON IA Y BUSINESS INTELLIGENCE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32889" y="8467830"/>
            <a:ext cx="6572260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Panel administrativo con gráficos y modelos de Inteligencia Artificial que generan reportes predictivos de demanda para guiar decisiones de compra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58711" y="540771"/>
          <a:ext cx="8191500" cy="9245600"/>
        </p:xfrm>
        <a:graphic>
          <a:graphicData uri="http://schemas.openxmlformats.org/drawingml/2006/table">
            <a:tbl>
              <a:tblPr/>
              <a:tblGrid>
                <a:gridCol w="1310647"/>
                <a:gridCol w="6880853"/>
              </a:tblGrid>
              <a:tr h="6276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ID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Requisito funcional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usuarios y autenticación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Visualización y gestión del catálogo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categorías y subcategorías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y control de inventario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Carrito y generación de órdenes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Procesamiento y validación de pagos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e inscripción a torneos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04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Dashboard administrativo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04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RF09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Generación de reportes y BI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Predicción de demanda mediante IA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973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Automatización de comunicaciones/WhatsApp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RF12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información del cliente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435619" y="540771"/>
          <a:ext cx="8242300" cy="8153400"/>
        </p:xfrm>
        <a:graphic>
          <a:graphicData uri="http://schemas.openxmlformats.org/drawingml/2006/table">
            <a:tbl>
              <a:tblPr/>
              <a:tblGrid>
                <a:gridCol w="1335623"/>
                <a:gridCol w="5004948"/>
                <a:gridCol w="1901728"/>
              </a:tblGrid>
              <a:tr h="778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ID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Requisito no funcional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Prioridad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9173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RNF01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Seguridad y autenticación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98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RNF02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Protección de datos personales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10252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RNF03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Integridad y consistencia de datos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8611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RNF04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Rendimiento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10023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RNF05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Diseño responsive / Mobile-First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8669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RNF06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Usabilidad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9659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RNF07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Escalabilidad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🟡 Media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937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RNF08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Disponibilidad y confiabilidad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27541576" cy="15492127"/>
            <a:chOff x="0" y="0"/>
            <a:chExt cx="36722101" cy="20656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22050" cy="20656169"/>
            </a:xfrm>
            <a:custGeom>
              <a:avLst/>
              <a:gdLst/>
              <a:ahLst/>
              <a:cxnLst/>
              <a:rect r="r" b="b" t="t" l="l"/>
              <a:pathLst>
                <a:path h="20656169" w="36722050">
                  <a:moveTo>
                    <a:pt x="0" y="0"/>
                  </a:moveTo>
                  <a:lnTo>
                    <a:pt x="36722050" y="0"/>
                  </a:lnTo>
                  <a:lnTo>
                    <a:pt x="36722050" y="20656169"/>
                  </a:lnTo>
                  <a:lnTo>
                    <a:pt x="0" y="20656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42660">
            <a:off x="12881962" y="-1109529"/>
            <a:ext cx="8062912" cy="3960876"/>
            <a:chOff x="0" y="0"/>
            <a:chExt cx="10750550" cy="52811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50550" cy="5281168"/>
            </a:xfrm>
            <a:custGeom>
              <a:avLst/>
              <a:gdLst/>
              <a:ahLst/>
              <a:cxnLst/>
              <a:rect r="r" b="b" t="t" l="l"/>
              <a:pathLst>
                <a:path h="5281168" w="10750550">
                  <a:moveTo>
                    <a:pt x="0" y="0"/>
                  </a:moveTo>
                  <a:lnTo>
                    <a:pt x="10750550" y="0"/>
                  </a:lnTo>
                  <a:lnTo>
                    <a:pt x="10750550" y="5281168"/>
                  </a:lnTo>
                  <a:lnTo>
                    <a:pt x="0" y="528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49360">
            <a:off x="12578153" y="8724167"/>
            <a:ext cx="8062912" cy="3960876"/>
            <a:chOff x="0" y="0"/>
            <a:chExt cx="10750550" cy="52811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0550" cy="5281168"/>
            </a:xfrm>
            <a:custGeom>
              <a:avLst/>
              <a:gdLst/>
              <a:ahLst/>
              <a:cxnLst/>
              <a:rect r="r" b="b" t="t" l="l"/>
              <a:pathLst>
                <a:path h="5281168" w="10750550">
                  <a:moveTo>
                    <a:pt x="0" y="0"/>
                  </a:moveTo>
                  <a:lnTo>
                    <a:pt x="10750550" y="0"/>
                  </a:lnTo>
                  <a:lnTo>
                    <a:pt x="10750550" y="5281168"/>
                  </a:lnTo>
                  <a:lnTo>
                    <a:pt x="0" y="528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29224" y="2123103"/>
            <a:ext cx="6713315" cy="6738556"/>
            <a:chOff x="0" y="0"/>
            <a:chExt cx="8951087" cy="8984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51087" cy="8984742"/>
            </a:xfrm>
            <a:custGeom>
              <a:avLst/>
              <a:gdLst/>
              <a:ahLst/>
              <a:cxnLst/>
              <a:rect r="r" b="b" t="t" l="l"/>
              <a:pathLst>
                <a:path h="8984742" w="8951087">
                  <a:moveTo>
                    <a:pt x="0" y="0"/>
                  </a:moveTo>
                  <a:lnTo>
                    <a:pt x="8951087" y="0"/>
                  </a:lnTo>
                  <a:lnTo>
                    <a:pt x="8951087" y="8984742"/>
                  </a:lnTo>
                  <a:lnTo>
                    <a:pt x="0" y="8984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22737" y="2184845"/>
            <a:ext cx="11530622" cy="2278380"/>
            <a:chOff x="0" y="0"/>
            <a:chExt cx="15374163" cy="3037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74162" cy="3037840"/>
            </a:xfrm>
            <a:custGeom>
              <a:avLst/>
              <a:gdLst/>
              <a:ahLst/>
              <a:cxnLst/>
              <a:rect r="r" b="b" t="t" l="l"/>
              <a:pathLst>
                <a:path h="3037840" w="15374162">
                  <a:moveTo>
                    <a:pt x="0" y="0"/>
                  </a:moveTo>
                  <a:lnTo>
                    <a:pt x="15374162" y="0"/>
                  </a:lnTo>
                  <a:lnTo>
                    <a:pt x="15374162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97" r="0" b="-249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22737" y="4481417"/>
            <a:ext cx="11530622" cy="2278380"/>
            <a:chOff x="0" y="0"/>
            <a:chExt cx="15374163" cy="3037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374162" cy="3037840"/>
            </a:xfrm>
            <a:custGeom>
              <a:avLst/>
              <a:gdLst/>
              <a:ahLst/>
              <a:cxnLst/>
              <a:rect r="r" b="b" t="t" l="l"/>
              <a:pathLst>
                <a:path h="3037840" w="15374162">
                  <a:moveTo>
                    <a:pt x="0" y="0"/>
                  </a:moveTo>
                  <a:lnTo>
                    <a:pt x="15374162" y="0"/>
                  </a:lnTo>
                  <a:lnTo>
                    <a:pt x="15374162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97" r="0" b="-249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62438" y="6778000"/>
            <a:ext cx="10970324" cy="2278380"/>
            <a:chOff x="0" y="0"/>
            <a:chExt cx="14627098" cy="303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27098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098">
                  <a:moveTo>
                    <a:pt x="0" y="0"/>
                  </a:moveTo>
                  <a:lnTo>
                    <a:pt x="14627098" y="0"/>
                  </a:lnTo>
                  <a:lnTo>
                    <a:pt x="14627098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" t="0" r="-53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-99270" y="964349"/>
            <a:ext cx="2255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762438" y="3469234"/>
            <a:ext cx="3323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21066" y="5741375"/>
            <a:ext cx="2498998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7923" y="664874"/>
            <a:ext cx="11589296" cy="11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ÉPICAS · NÚCLEO DEL PRODUCTO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1551" y="689391"/>
            <a:ext cx="1408652" cy="1433703"/>
            <a:chOff x="0" y="0"/>
            <a:chExt cx="1878203" cy="19116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0" b="-5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277932" y="2428875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 técnica, datos y acceso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modelo de datos, autenticación, roles y permisos.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5100" y="4536824"/>
            <a:ext cx="7164734" cy="242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E-commerce y catálogo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modelo de datos, autenticación, roles y permisos.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77923" y="6937124"/>
            <a:ext cx="7131901" cy="209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Torneos y participación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 de torneos, cupos, pagos, QR y asistencia.</a:t>
            </a:r>
          </a:p>
          <a:p>
            <a:pPr algn="l">
              <a:lnSpc>
                <a:spcPts val="338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40080">
            <a:off x="12883391" y="-1110434"/>
            <a:ext cx="8071733" cy="3965210"/>
            <a:chOff x="0" y="0"/>
            <a:chExt cx="10762310" cy="5286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2361" cy="5286883"/>
            </a:xfrm>
            <a:custGeom>
              <a:avLst/>
              <a:gdLst/>
              <a:ahLst/>
              <a:cxnLst/>
              <a:rect r="r" b="b" t="t" l="l"/>
              <a:pathLst>
                <a:path h="5286883" w="10762361">
                  <a:moveTo>
                    <a:pt x="0" y="0"/>
                  </a:moveTo>
                  <a:lnTo>
                    <a:pt x="10762361" y="0"/>
                  </a:lnTo>
                  <a:lnTo>
                    <a:pt x="10762361" y="5286883"/>
                  </a:lnTo>
                  <a:lnTo>
                    <a:pt x="0" y="5286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44980">
            <a:off x="12576972" y="8729739"/>
            <a:ext cx="8063360" cy="3961095"/>
            <a:chOff x="0" y="0"/>
            <a:chExt cx="10751147" cy="52814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1185" cy="5281422"/>
            </a:xfrm>
            <a:custGeom>
              <a:avLst/>
              <a:gdLst/>
              <a:ahLst/>
              <a:cxnLst/>
              <a:rect r="r" b="b" t="t" l="l"/>
              <a:pathLst>
                <a:path h="5281422" w="10751185">
                  <a:moveTo>
                    <a:pt x="0" y="0"/>
                  </a:moveTo>
                  <a:lnTo>
                    <a:pt x="10751185" y="0"/>
                  </a:lnTo>
                  <a:lnTo>
                    <a:pt x="10751185" y="5281422"/>
                  </a:lnTo>
                  <a:lnTo>
                    <a:pt x="0" y="528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29224" y="2123103"/>
            <a:ext cx="6713315" cy="6738556"/>
            <a:chOff x="0" y="0"/>
            <a:chExt cx="8951087" cy="8984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51087" cy="8984742"/>
            </a:xfrm>
            <a:custGeom>
              <a:avLst/>
              <a:gdLst/>
              <a:ahLst/>
              <a:cxnLst/>
              <a:rect r="r" b="b" t="t" l="l"/>
              <a:pathLst>
                <a:path h="8984742" w="8951087">
                  <a:moveTo>
                    <a:pt x="0" y="0"/>
                  </a:moveTo>
                  <a:lnTo>
                    <a:pt x="8951087" y="0"/>
                  </a:lnTo>
                  <a:lnTo>
                    <a:pt x="8951087" y="8984742"/>
                  </a:lnTo>
                  <a:lnTo>
                    <a:pt x="0" y="8984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22737" y="2184845"/>
            <a:ext cx="11530622" cy="2278380"/>
            <a:chOff x="0" y="0"/>
            <a:chExt cx="15374163" cy="3037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74162" cy="3037840"/>
            </a:xfrm>
            <a:custGeom>
              <a:avLst/>
              <a:gdLst/>
              <a:ahLst/>
              <a:cxnLst/>
              <a:rect r="r" b="b" t="t" l="l"/>
              <a:pathLst>
                <a:path h="3037840" w="15374162">
                  <a:moveTo>
                    <a:pt x="0" y="0"/>
                  </a:moveTo>
                  <a:lnTo>
                    <a:pt x="15374162" y="0"/>
                  </a:lnTo>
                  <a:lnTo>
                    <a:pt x="15374162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97" r="0" b="-249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22737" y="4481417"/>
            <a:ext cx="11530622" cy="2278380"/>
            <a:chOff x="0" y="0"/>
            <a:chExt cx="15374163" cy="3037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374162" cy="3037840"/>
            </a:xfrm>
            <a:custGeom>
              <a:avLst/>
              <a:gdLst/>
              <a:ahLst/>
              <a:cxnLst/>
              <a:rect r="r" b="b" t="t" l="l"/>
              <a:pathLst>
                <a:path h="3037840" w="15374162">
                  <a:moveTo>
                    <a:pt x="0" y="0"/>
                  </a:moveTo>
                  <a:lnTo>
                    <a:pt x="15374162" y="0"/>
                  </a:lnTo>
                  <a:lnTo>
                    <a:pt x="15374162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97" r="0" b="-249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62438" y="6778000"/>
            <a:ext cx="10970324" cy="2278380"/>
            <a:chOff x="0" y="0"/>
            <a:chExt cx="14627098" cy="303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27098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098">
                  <a:moveTo>
                    <a:pt x="0" y="0"/>
                  </a:moveTo>
                  <a:lnTo>
                    <a:pt x="14627098" y="0"/>
                  </a:lnTo>
                  <a:lnTo>
                    <a:pt x="14627098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" t="0" r="-53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-99270" y="964349"/>
            <a:ext cx="2255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632998" y="3301175"/>
            <a:ext cx="3323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20799" y="5595556"/>
            <a:ext cx="2498998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7923" y="664874"/>
            <a:ext cx="11589296" cy="11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ÉPICAS · OPERACIÓN Y GESTIÓN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1551" y="689391"/>
            <a:ext cx="1408652" cy="1433703"/>
            <a:chOff x="0" y="0"/>
            <a:chExt cx="1878203" cy="19116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0" b="-5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156127" y="2264273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Backoffice, inventario y venta presencial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Administración de productos, stock unificado, POS y medios de pago.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8953500"/>
            <a:ext cx="152400" cy="46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77932" y="4829175"/>
            <a:ext cx="7131901" cy="209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Pagos y comunicaciones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Pago online, conciliación y correos transaccionales.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78199" y="7163772"/>
            <a:ext cx="7131901" cy="209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Analítica y Business Intelligence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Dashboard, KPIs, filtros y reportes de operación.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1421" y="43796"/>
            <a:ext cx="2817152" cy="5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Dashboard, KPIs, filtros y reportes de operación.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40080">
            <a:off x="12883391" y="-1110434"/>
            <a:ext cx="8071733" cy="3965210"/>
            <a:chOff x="0" y="0"/>
            <a:chExt cx="10762310" cy="5286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2361" cy="5286883"/>
            </a:xfrm>
            <a:custGeom>
              <a:avLst/>
              <a:gdLst/>
              <a:ahLst/>
              <a:cxnLst/>
              <a:rect r="r" b="b" t="t" l="l"/>
              <a:pathLst>
                <a:path h="5286883" w="10762361">
                  <a:moveTo>
                    <a:pt x="0" y="0"/>
                  </a:moveTo>
                  <a:lnTo>
                    <a:pt x="10762361" y="0"/>
                  </a:lnTo>
                  <a:lnTo>
                    <a:pt x="10762361" y="5286883"/>
                  </a:lnTo>
                  <a:lnTo>
                    <a:pt x="0" y="5286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44980">
            <a:off x="12576972" y="8729739"/>
            <a:ext cx="8063360" cy="3961095"/>
            <a:chOff x="0" y="0"/>
            <a:chExt cx="10751147" cy="52814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1185" cy="5281422"/>
            </a:xfrm>
            <a:custGeom>
              <a:avLst/>
              <a:gdLst/>
              <a:ahLst/>
              <a:cxnLst/>
              <a:rect r="r" b="b" t="t" l="l"/>
              <a:pathLst>
                <a:path h="5281422" w="10751185">
                  <a:moveTo>
                    <a:pt x="0" y="0"/>
                  </a:moveTo>
                  <a:lnTo>
                    <a:pt x="10751185" y="0"/>
                  </a:lnTo>
                  <a:lnTo>
                    <a:pt x="10751185" y="5281422"/>
                  </a:lnTo>
                  <a:lnTo>
                    <a:pt x="0" y="528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29224" y="2123103"/>
            <a:ext cx="6713315" cy="6738556"/>
            <a:chOff x="0" y="0"/>
            <a:chExt cx="8951087" cy="8984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51087" cy="8984742"/>
            </a:xfrm>
            <a:custGeom>
              <a:avLst/>
              <a:gdLst/>
              <a:ahLst/>
              <a:cxnLst/>
              <a:rect r="r" b="b" t="t" l="l"/>
              <a:pathLst>
                <a:path h="8984742" w="8951087">
                  <a:moveTo>
                    <a:pt x="0" y="0"/>
                  </a:moveTo>
                  <a:lnTo>
                    <a:pt x="8951087" y="0"/>
                  </a:lnTo>
                  <a:lnTo>
                    <a:pt x="8951087" y="8984742"/>
                  </a:lnTo>
                  <a:lnTo>
                    <a:pt x="0" y="8984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22737" y="2184844"/>
            <a:ext cx="10970419" cy="2278380"/>
            <a:chOff x="0" y="0"/>
            <a:chExt cx="14627225" cy="3037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27225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225">
                  <a:moveTo>
                    <a:pt x="0" y="0"/>
                  </a:moveTo>
                  <a:lnTo>
                    <a:pt x="14627225" y="0"/>
                  </a:lnTo>
                  <a:lnTo>
                    <a:pt x="14627225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" t="0" r="-5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22737" y="4481417"/>
            <a:ext cx="10970419" cy="2278380"/>
            <a:chOff x="0" y="0"/>
            <a:chExt cx="14627225" cy="3037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27225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225">
                  <a:moveTo>
                    <a:pt x="0" y="0"/>
                  </a:moveTo>
                  <a:lnTo>
                    <a:pt x="14627225" y="0"/>
                  </a:lnTo>
                  <a:lnTo>
                    <a:pt x="14627225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" t="0" r="-5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62438" y="6778000"/>
            <a:ext cx="10970324" cy="2278380"/>
            <a:chOff x="0" y="0"/>
            <a:chExt cx="14627098" cy="303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27098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098">
                  <a:moveTo>
                    <a:pt x="0" y="0"/>
                  </a:moveTo>
                  <a:lnTo>
                    <a:pt x="14627098" y="0"/>
                  </a:lnTo>
                  <a:lnTo>
                    <a:pt x="14627098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" t="0" r="-53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-99270" y="964349"/>
            <a:ext cx="2255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762438" y="3469234"/>
            <a:ext cx="3323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21066" y="5741375"/>
            <a:ext cx="2498998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7923" y="664874"/>
            <a:ext cx="12485703" cy="11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ÉPICAS · Calidad, cliente y confianza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1551" y="689391"/>
            <a:ext cx="1408652" cy="1433703"/>
            <a:chOff x="0" y="0"/>
            <a:chExt cx="1878203" cy="19116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0" b="-5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156127" y="2264273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Despliegue, calidad y seguridad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HTTPS, pruebas, respaldo, monitoreo y mantenibilidad.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8953500"/>
            <a:ext cx="152400" cy="46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5100" y="4536824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Cuenta y gestión del cliente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Perfil opcional, historial, datos, consentimiento y acceso seguro.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77923" y="6937124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Contenido, contacto y confianza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Ubicación, WhatsApp directo, redes, información institucional, políticas y SEO.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1421" y="43796"/>
            <a:ext cx="2817152" cy="5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Dashboard, KPIs, filtros y reportes de operación.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39420">
            <a:off x="12885782" y="-1113406"/>
            <a:ext cx="8056816" cy="3957923"/>
            <a:chOff x="0" y="0"/>
            <a:chExt cx="10742422" cy="5277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42422" cy="5277231"/>
            </a:xfrm>
            <a:custGeom>
              <a:avLst/>
              <a:gdLst/>
              <a:ahLst/>
              <a:cxnLst/>
              <a:rect r="r" b="b" t="t" l="l"/>
              <a:pathLst>
                <a:path h="5277231" w="10742422">
                  <a:moveTo>
                    <a:pt x="0" y="0"/>
                  </a:moveTo>
                  <a:lnTo>
                    <a:pt x="10742422" y="0"/>
                  </a:lnTo>
                  <a:lnTo>
                    <a:pt x="10742422" y="5277231"/>
                  </a:lnTo>
                  <a:lnTo>
                    <a:pt x="0" y="5277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50500">
            <a:off x="12578629" y="8722223"/>
            <a:ext cx="8066627" cy="3962781"/>
            <a:chOff x="0" y="0"/>
            <a:chExt cx="10755503" cy="52837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5503" cy="5283708"/>
            </a:xfrm>
            <a:custGeom>
              <a:avLst/>
              <a:gdLst/>
              <a:ahLst/>
              <a:cxnLst/>
              <a:rect r="r" b="b" t="t" l="l"/>
              <a:pathLst>
                <a:path h="5283708" w="10755503">
                  <a:moveTo>
                    <a:pt x="0" y="0"/>
                  </a:moveTo>
                  <a:lnTo>
                    <a:pt x="10755503" y="0"/>
                  </a:lnTo>
                  <a:lnTo>
                    <a:pt x="10755503" y="5283708"/>
                  </a:lnTo>
                  <a:lnTo>
                    <a:pt x="0" y="5283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3" r="0" b="-15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77923" y="564004"/>
            <a:ext cx="8462401" cy="11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HISTORIAS DE USUARIO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21551" y="689391"/>
            <a:ext cx="1408652" cy="1433703"/>
            <a:chOff x="0" y="0"/>
            <a:chExt cx="1878203" cy="1911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" r="0" b="-5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087529" y="4907728"/>
            <a:ext cx="5033401" cy="174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Como cliente, quiero revisar mi carrito, ingresar mis datos y pagar en un flujo claro, para completar mi compra sin fricción.</a:t>
            </a:r>
          </a:p>
          <a:p>
            <a:pPr algn="l">
              <a:lnSpc>
                <a:spcPts val="1947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3472977" y="3127724"/>
            <a:ext cx="3403759" cy="1913382"/>
            <a:chOff x="0" y="0"/>
            <a:chExt cx="4538345" cy="25511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38345" cy="2551176"/>
            </a:xfrm>
            <a:custGeom>
              <a:avLst/>
              <a:gdLst/>
              <a:ahLst/>
              <a:cxnLst/>
              <a:rect r="r" b="b" t="t" l="l"/>
              <a:pathLst>
                <a:path h="2551176" w="4538345">
                  <a:moveTo>
                    <a:pt x="0" y="0"/>
                  </a:moveTo>
                  <a:lnTo>
                    <a:pt x="4538345" y="0"/>
                  </a:lnTo>
                  <a:lnTo>
                    <a:pt x="4538345" y="2551176"/>
                  </a:lnTo>
                  <a:lnTo>
                    <a:pt x="0" y="25511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174" t="0" r="-2217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472977" y="2763212"/>
            <a:ext cx="3906222" cy="2409977"/>
            <a:chOff x="0" y="0"/>
            <a:chExt cx="5208295" cy="32133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8270" cy="3213354"/>
            </a:xfrm>
            <a:custGeom>
              <a:avLst/>
              <a:gdLst/>
              <a:ahLst/>
              <a:cxnLst/>
              <a:rect r="r" b="b" t="t" l="l"/>
              <a:pathLst>
                <a:path h="3213354" w="5208270">
                  <a:moveTo>
                    <a:pt x="0" y="0"/>
                  </a:moveTo>
                  <a:lnTo>
                    <a:pt x="5208270" y="0"/>
                  </a:lnTo>
                  <a:lnTo>
                    <a:pt x="5208270" y="3213354"/>
                  </a:lnTo>
                  <a:lnTo>
                    <a:pt x="0" y="321335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213" t="0" r="-29213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72977" y="2570331"/>
            <a:ext cx="3906222" cy="2602859"/>
            <a:chOff x="0" y="0"/>
            <a:chExt cx="5208295" cy="34704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08296" cy="3470477"/>
            </a:xfrm>
            <a:custGeom>
              <a:avLst/>
              <a:gdLst/>
              <a:ahLst/>
              <a:cxnLst/>
              <a:rect r="r" b="b" t="t" l="l"/>
              <a:pathLst>
                <a:path h="3470477" w="5208296">
                  <a:moveTo>
                    <a:pt x="0" y="0"/>
                  </a:moveTo>
                  <a:lnTo>
                    <a:pt x="5208296" y="0"/>
                  </a:lnTo>
                  <a:lnTo>
                    <a:pt x="5208296" y="3470477"/>
                  </a:lnTo>
                  <a:lnTo>
                    <a:pt x="0" y="34704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493" t="0" r="-3549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33400"/>
              <a:ext cx="5208295" cy="4003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77"/>
                </a:lnSpc>
              </a:pPr>
              <a:r>
                <a:rPr lang="en-US" b="true" sz="99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259300" y="8953500"/>
            <a:ext cx="564004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11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16038" y="2897095"/>
            <a:ext cx="3403759" cy="1913382"/>
            <a:chOff x="0" y="0"/>
            <a:chExt cx="4538345" cy="2551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38345" cy="2551176"/>
            </a:xfrm>
            <a:custGeom>
              <a:avLst/>
              <a:gdLst/>
              <a:ahLst/>
              <a:cxnLst/>
              <a:rect r="r" b="b" t="t" l="l"/>
              <a:pathLst>
                <a:path h="2551176" w="4538345">
                  <a:moveTo>
                    <a:pt x="0" y="0"/>
                  </a:moveTo>
                  <a:lnTo>
                    <a:pt x="4538345" y="0"/>
                  </a:lnTo>
                  <a:lnTo>
                    <a:pt x="4538345" y="2551176"/>
                  </a:lnTo>
                  <a:lnTo>
                    <a:pt x="0" y="25511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174" t="0" r="-22174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386804" y="2278028"/>
            <a:ext cx="2817152" cy="233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77"/>
              </a:lnSpc>
            </a:pPr>
            <a:r>
              <a:rPr lang="en-US" b="true" sz="9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57159" y="4755728"/>
            <a:ext cx="5453253" cy="140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sz="20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Como administrador, quiero crear, editar y eliminar productos del inventario, para mantener el catálogo actualizado sin depender de Excel.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399226" y="6673272"/>
            <a:ext cx="2014823" cy="2014823"/>
            <a:chOff x="0" y="0"/>
            <a:chExt cx="2686431" cy="26864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86431" cy="2686431"/>
            </a:xfrm>
            <a:custGeom>
              <a:avLst/>
              <a:gdLst/>
              <a:ahLst/>
              <a:cxnLst/>
              <a:rect r="r" b="b" t="t" l="l"/>
              <a:pathLst>
                <a:path h="2686431" w="2686431">
                  <a:moveTo>
                    <a:pt x="0" y="0"/>
                  </a:moveTo>
                  <a:lnTo>
                    <a:pt x="2686431" y="0"/>
                  </a:lnTo>
                  <a:lnTo>
                    <a:pt x="2686431" y="2686431"/>
                  </a:lnTo>
                  <a:lnTo>
                    <a:pt x="0" y="2686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787969" y="6544142"/>
            <a:ext cx="2014823" cy="2014823"/>
            <a:chOff x="0" y="0"/>
            <a:chExt cx="2686431" cy="26864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86431" cy="2686431"/>
            </a:xfrm>
            <a:custGeom>
              <a:avLst/>
              <a:gdLst/>
              <a:ahLst/>
              <a:cxnLst/>
              <a:rect r="r" b="b" t="t" l="l"/>
              <a:pathLst>
                <a:path h="2686431" w="2686431">
                  <a:moveTo>
                    <a:pt x="0" y="0"/>
                  </a:moveTo>
                  <a:lnTo>
                    <a:pt x="2686431" y="0"/>
                  </a:lnTo>
                  <a:lnTo>
                    <a:pt x="2686431" y="2686431"/>
                  </a:lnTo>
                  <a:lnTo>
                    <a:pt x="0" y="2686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259300" y="8953500"/>
            <a:ext cx="545402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0707" y="152400"/>
            <a:ext cx="11017091" cy="9982200"/>
            <a:chOff x="0" y="0"/>
            <a:chExt cx="14689455" cy="133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89455" cy="13309600"/>
            </a:xfrm>
            <a:custGeom>
              <a:avLst/>
              <a:gdLst/>
              <a:ahLst/>
              <a:cxnLst/>
              <a:rect r="r" b="b" t="t" l="l"/>
              <a:pathLst>
                <a:path h="13309600" w="14689455">
                  <a:moveTo>
                    <a:pt x="0" y="0"/>
                  </a:moveTo>
                  <a:lnTo>
                    <a:pt x="14689455" y="0"/>
                  </a:lnTo>
                  <a:lnTo>
                    <a:pt x="14689455" y="13309600"/>
                  </a:lnTo>
                  <a:lnTo>
                    <a:pt x="0" y="133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32" r="0" b="-17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47947" y="1131151"/>
            <a:ext cx="1503998" cy="1509522"/>
            <a:chOff x="0" y="0"/>
            <a:chExt cx="2005330" cy="20126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5330" cy="2012696"/>
            </a:xfrm>
            <a:custGeom>
              <a:avLst/>
              <a:gdLst/>
              <a:ahLst/>
              <a:cxnLst/>
              <a:rect r="r" b="b" t="t" l="l"/>
              <a:pathLst>
                <a:path h="2012696" w="2005330">
                  <a:moveTo>
                    <a:pt x="0" y="0"/>
                  </a:moveTo>
                  <a:lnTo>
                    <a:pt x="2005330" y="0"/>
                  </a:lnTo>
                  <a:lnTo>
                    <a:pt x="200533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47947" y="3419475"/>
            <a:ext cx="1503998" cy="1509522"/>
            <a:chOff x="0" y="0"/>
            <a:chExt cx="2005330" cy="20126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5330" cy="2012696"/>
            </a:xfrm>
            <a:custGeom>
              <a:avLst/>
              <a:gdLst/>
              <a:ahLst/>
              <a:cxnLst/>
              <a:rect r="r" b="b" t="t" l="l"/>
              <a:pathLst>
                <a:path h="2012696" w="2005330">
                  <a:moveTo>
                    <a:pt x="0" y="0"/>
                  </a:moveTo>
                  <a:lnTo>
                    <a:pt x="2005330" y="0"/>
                  </a:lnTo>
                  <a:lnTo>
                    <a:pt x="200533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47947" y="7996123"/>
            <a:ext cx="1503998" cy="1509522"/>
            <a:chOff x="0" y="0"/>
            <a:chExt cx="2005330" cy="2012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05330" cy="2012696"/>
            </a:xfrm>
            <a:custGeom>
              <a:avLst/>
              <a:gdLst/>
              <a:ahLst/>
              <a:cxnLst/>
              <a:rect r="r" b="b" t="t" l="l"/>
              <a:pathLst>
                <a:path h="2012696" w="2005330">
                  <a:moveTo>
                    <a:pt x="0" y="0"/>
                  </a:moveTo>
                  <a:lnTo>
                    <a:pt x="2005330" y="0"/>
                  </a:lnTo>
                  <a:lnTo>
                    <a:pt x="200533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7947" y="5707799"/>
            <a:ext cx="1503998" cy="1509522"/>
            <a:chOff x="0" y="0"/>
            <a:chExt cx="2005330" cy="201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05330" cy="2012696"/>
            </a:xfrm>
            <a:custGeom>
              <a:avLst/>
              <a:gdLst/>
              <a:ahLst/>
              <a:cxnLst/>
              <a:rect r="r" b="b" t="t" l="l"/>
              <a:pathLst>
                <a:path h="2012696" w="2005330">
                  <a:moveTo>
                    <a:pt x="0" y="0"/>
                  </a:moveTo>
                  <a:lnTo>
                    <a:pt x="2005330" y="0"/>
                  </a:lnTo>
                  <a:lnTo>
                    <a:pt x="200533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248902" y="938546"/>
            <a:ext cx="1302153" cy="160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48902" y="3226879"/>
            <a:ext cx="1302153" cy="160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  <a:p>
            <a:pPr algn="l">
              <a:lnSpc>
                <a:spcPts val="7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248902" y="5515204"/>
            <a:ext cx="1302153" cy="160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  <a:p>
            <a:pPr algn="l">
              <a:lnSpc>
                <a:spcPts val="7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248902" y="7803528"/>
            <a:ext cx="1302153" cy="160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  <a:p>
            <a:pPr algn="l">
              <a:lnSpc>
                <a:spcPts val="7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055804" y="925278"/>
            <a:ext cx="2926804" cy="105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b="true" sz="4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Planificar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55804" y="3213602"/>
            <a:ext cx="2926804" cy="105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b="true" sz="4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Construir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92292" y="5530034"/>
            <a:ext cx="2926804" cy="105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b="true" sz="4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92292" y="7947479"/>
            <a:ext cx="2926804" cy="105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b="true" sz="4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Mejorar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8953500"/>
            <a:ext cx="451504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6994" y="1359113"/>
            <a:ext cx="1408652" cy="1433703"/>
            <a:chOff x="0" y="0"/>
            <a:chExt cx="1878203" cy="19116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5" r="0" b="-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1" y="-237744"/>
            <a:ext cx="18288000" cy="933450"/>
            <a:chOff x="0" y="0"/>
            <a:chExt cx="24384000" cy="124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44600"/>
                  </a:lnTo>
                  <a:lnTo>
                    <a:pt x="0" y="124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74864" y="53492"/>
            <a:ext cx="3841147" cy="642271"/>
            <a:chOff x="0" y="0"/>
            <a:chExt cx="5121529" cy="8563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1529" cy="856361"/>
            </a:xfrm>
            <a:custGeom>
              <a:avLst/>
              <a:gdLst/>
              <a:ahLst/>
              <a:cxnLst/>
              <a:rect r="r" b="b" t="t" l="l"/>
              <a:pathLst>
                <a:path h="856361" w="5121529">
                  <a:moveTo>
                    <a:pt x="0" y="0"/>
                  </a:moveTo>
                  <a:lnTo>
                    <a:pt x="5121529" y="0"/>
                  </a:lnTo>
                  <a:lnTo>
                    <a:pt x="5121529" y="856361"/>
                  </a:lnTo>
                  <a:lnTo>
                    <a:pt x="0" y="85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98" r="0" b="-89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442563" y="5037496"/>
            <a:ext cx="3064985" cy="92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7"/>
              </a:lnSpc>
            </a:pPr>
            <a:r>
              <a:rPr lang="en-US" b="true" sz="207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Gustavo Góngora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42563" y="5677198"/>
            <a:ext cx="3064985" cy="113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181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</a:p>
          <a:p>
            <a:pPr algn="ctr">
              <a:lnSpc>
                <a:spcPts val="4392"/>
              </a:lnSpc>
            </a:pPr>
            <a:r>
              <a:rPr lang="en-US" sz="181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22653" y="4973950"/>
            <a:ext cx="3064985" cy="92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7"/>
              </a:lnSpc>
            </a:pPr>
            <a:r>
              <a:rPr lang="en-US" b="true" sz="207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Martín Jara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2653" y="5613652"/>
            <a:ext cx="3064985" cy="81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181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86896" y="4878381"/>
            <a:ext cx="3064985" cy="92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7"/>
              </a:lnSpc>
            </a:pPr>
            <a:r>
              <a:rPr lang="en-US" b="true" sz="207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Miguel Astorga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86896" y="5518083"/>
            <a:ext cx="3064985" cy="81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181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92306" y="4042432"/>
            <a:ext cx="3174585" cy="3174585"/>
            <a:chOff x="0" y="0"/>
            <a:chExt cx="4894326" cy="48943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94326" cy="4894326"/>
            </a:xfrm>
            <a:custGeom>
              <a:avLst/>
              <a:gdLst/>
              <a:ahLst/>
              <a:cxnLst/>
              <a:rect r="r" b="b" t="t" l="l"/>
              <a:pathLst>
                <a:path h="4894326" w="4894326">
                  <a:moveTo>
                    <a:pt x="2447163" y="0"/>
                  </a:moveTo>
                  <a:cubicBezTo>
                    <a:pt x="1095502" y="0"/>
                    <a:pt x="0" y="1095502"/>
                    <a:pt x="0" y="2447163"/>
                  </a:cubicBezTo>
                  <a:cubicBezTo>
                    <a:pt x="0" y="3798824"/>
                    <a:pt x="1095502" y="4894326"/>
                    <a:pt x="2447163" y="4894326"/>
                  </a:cubicBezTo>
                  <a:cubicBezTo>
                    <a:pt x="3798824" y="4894326"/>
                    <a:pt x="4894326" y="3798824"/>
                    <a:pt x="4894326" y="2447163"/>
                  </a:cubicBezTo>
                  <a:cubicBezTo>
                    <a:pt x="4894326" y="1095502"/>
                    <a:pt x="3798824" y="0"/>
                    <a:pt x="244716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34" r="0" b="-1234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960838" y="3978887"/>
            <a:ext cx="3174585" cy="3174585"/>
            <a:chOff x="0" y="0"/>
            <a:chExt cx="4894326" cy="48943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94326" cy="4894326"/>
            </a:xfrm>
            <a:custGeom>
              <a:avLst/>
              <a:gdLst/>
              <a:ahLst/>
              <a:cxnLst/>
              <a:rect r="r" b="b" t="t" l="l"/>
              <a:pathLst>
                <a:path h="4894326" w="4894326">
                  <a:moveTo>
                    <a:pt x="2447163" y="0"/>
                  </a:moveTo>
                  <a:cubicBezTo>
                    <a:pt x="1095502" y="0"/>
                    <a:pt x="0" y="1095502"/>
                    <a:pt x="0" y="2447163"/>
                  </a:cubicBezTo>
                  <a:cubicBezTo>
                    <a:pt x="0" y="3798824"/>
                    <a:pt x="1095502" y="4894326"/>
                    <a:pt x="2447163" y="4894326"/>
                  </a:cubicBezTo>
                  <a:cubicBezTo>
                    <a:pt x="3798824" y="4894326"/>
                    <a:pt x="4894326" y="3798824"/>
                    <a:pt x="4894326" y="2447163"/>
                  </a:cubicBezTo>
                  <a:cubicBezTo>
                    <a:pt x="4894326" y="1095502"/>
                    <a:pt x="3798824" y="0"/>
                    <a:pt x="244716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329217" y="3883317"/>
            <a:ext cx="3174585" cy="3174585"/>
            <a:chOff x="0" y="0"/>
            <a:chExt cx="4894326" cy="48943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94326" cy="4894326"/>
            </a:xfrm>
            <a:custGeom>
              <a:avLst/>
              <a:gdLst/>
              <a:ahLst/>
              <a:cxnLst/>
              <a:rect r="r" b="b" t="t" l="l"/>
              <a:pathLst>
                <a:path h="4894326" w="4894326">
                  <a:moveTo>
                    <a:pt x="2447163" y="0"/>
                  </a:moveTo>
                  <a:cubicBezTo>
                    <a:pt x="1095502" y="0"/>
                    <a:pt x="0" y="1095502"/>
                    <a:pt x="0" y="2447163"/>
                  </a:cubicBezTo>
                  <a:cubicBezTo>
                    <a:pt x="0" y="3798824"/>
                    <a:pt x="1095502" y="4894326"/>
                    <a:pt x="2447163" y="4894326"/>
                  </a:cubicBezTo>
                  <a:cubicBezTo>
                    <a:pt x="3798824" y="4894326"/>
                    <a:pt x="4894326" y="3798824"/>
                    <a:pt x="4894326" y="2447163"/>
                  </a:cubicBezTo>
                  <a:cubicBezTo>
                    <a:pt x="4894326" y="1095502"/>
                    <a:pt x="3798824" y="0"/>
                    <a:pt x="244716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537222" y="1222172"/>
            <a:ext cx="6830892" cy="115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ROLES DE TRABAJO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8953500"/>
            <a:ext cx="489004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10015" y="7186715"/>
            <a:ext cx="3018845" cy="10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255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Gustavo Góngora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10015" y="7698872"/>
            <a:ext cx="3018747" cy="58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Scrum Master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07672" y="7123170"/>
            <a:ext cx="3018845" cy="10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255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Martín Jara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10536" y="7635319"/>
            <a:ext cx="3018747" cy="58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Developer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14970" y="7027600"/>
            <a:ext cx="3018845" cy="10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255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Miguel Astorga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14970" y="7539750"/>
            <a:ext cx="3018747" cy="58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Developer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72024" y="2259425"/>
            <a:ext cx="17716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b="true" sz="2499" i="true">
                <a:solidFill>
                  <a:srgbClr val="FFF6DB"/>
                </a:solidFill>
                <a:latin typeface="Atkinson Hyperlegible Bold Italics"/>
                <a:ea typeface="Atkinson Hyperlegible Bold Italics"/>
                <a:cs typeface="Atkinson Hyperlegible Bold Italics"/>
                <a:sym typeface="Atkinson Hyperlegible Bold Italics"/>
              </a:rPr>
              <a:t>Integrantes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19539" y="8040809"/>
            <a:ext cx="2399692" cy="58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Developer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9929" y="4014551"/>
            <a:ext cx="3174585" cy="3174585"/>
            <a:chOff x="0" y="0"/>
            <a:chExt cx="4894326" cy="48943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94326" cy="4894326"/>
            </a:xfrm>
            <a:custGeom>
              <a:avLst/>
              <a:gdLst/>
              <a:ahLst/>
              <a:cxnLst/>
              <a:rect r="r" b="b" t="t" l="l"/>
              <a:pathLst>
                <a:path h="4894326" w="4894326">
                  <a:moveTo>
                    <a:pt x="2447163" y="0"/>
                  </a:moveTo>
                  <a:cubicBezTo>
                    <a:pt x="1095502" y="0"/>
                    <a:pt x="0" y="1095502"/>
                    <a:pt x="0" y="2447163"/>
                  </a:cubicBezTo>
                  <a:cubicBezTo>
                    <a:pt x="0" y="3798824"/>
                    <a:pt x="1095502" y="4894326"/>
                    <a:pt x="2447163" y="4894326"/>
                  </a:cubicBezTo>
                  <a:cubicBezTo>
                    <a:pt x="3798824" y="4894326"/>
                    <a:pt x="4894326" y="3798824"/>
                    <a:pt x="4894326" y="2447163"/>
                  </a:cubicBezTo>
                  <a:cubicBezTo>
                    <a:pt x="4894326" y="1095502"/>
                    <a:pt x="3798824" y="0"/>
                    <a:pt x="2447163" y="0"/>
                  </a:cubicBezTo>
                  <a:close/>
                </a:path>
              </a:pathLst>
            </a:custGeom>
            <a:blipFill>
              <a:blip r:embed="rId9"/>
              <a:stretch>
                <a:fillRect l="-104" t="0" r="-104" b="0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114796" y="7247181"/>
            <a:ext cx="3018845" cy="6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255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César Quintana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55311" y="7759338"/>
            <a:ext cx="1937716" cy="57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Product Owner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67207" y="3587733"/>
            <a:ext cx="3057161" cy="3111534"/>
            <a:chOff x="0" y="0"/>
            <a:chExt cx="2361425" cy="2403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1438" cy="2403475"/>
            </a:xfrm>
            <a:custGeom>
              <a:avLst/>
              <a:gdLst/>
              <a:ahLst/>
              <a:cxnLst/>
              <a:rect r="r" b="b" t="t" l="l"/>
              <a:pathLst>
                <a:path h="2403475" w="2361438">
                  <a:moveTo>
                    <a:pt x="0" y="0"/>
                  </a:moveTo>
                  <a:lnTo>
                    <a:pt x="2361438" y="0"/>
                  </a:lnTo>
                  <a:lnTo>
                    <a:pt x="2361438" y="2403475"/>
                  </a:lnTo>
                  <a:lnTo>
                    <a:pt x="0" y="2403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84552" y="3520011"/>
            <a:ext cx="8536240" cy="193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03"/>
              </a:lnSpc>
            </a:pPr>
            <a:r>
              <a:rPr lang="en-US" b="true" sz="9492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EVIDENCIAS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15197" y="5231359"/>
            <a:ext cx="7307894" cy="6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5"/>
              </a:lnSpc>
            </a:pPr>
            <a:r>
              <a:rPr lang="en-US" b="true" sz="3277" i="true">
                <a:solidFill>
                  <a:srgbClr val="F9D75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POR SPRINT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75167" y="27183"/>
            <a:ext cx="18563167" cy="10238760"/>
          </a:xfrm>
          <a:custGeom>
            <a:avLst/>
            <a:gdLst/>
            <a:ahLst/>
            <a:cxnLst/>
            <a:rect r="r" b="b" t="t" l="l"/>
            <a:pathLst>
              <a:path h="10238760" w="18563167">
                <a:moveTo>
                  <a:pt x="0" y="0"/>
                </a:moveTo>
                <a:lnTo>
                  <a:pt x="18563167" y="0"/>
                </a:lnTo>
                <a:lnTo>
                  <a:pt x="18563167" y="10238760"/>
                </a:lnTo>
                <a:lnTo>
                  <a:pt x="0" y="1023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2" r="0" b="-75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799667" y="397933"/>
            <a:ext cx="3086100" cy="715433"/>
            <a:chOff x="0" y="0"/>
            <a:chExt cx="812800" cy="1884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88427"/>
            </a:xfrm>
            <a:custGeom>
              <a:avLst/>
              <a:gdLst/>
              <a:ahLst/>
              <a:cxnLst/>
              <a:rect r="r" b="b" t="t" l="l"/>
              <a:pathLst>
                <a:path h="18842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8427"/>
                  </a:lnTo>
                  <a:lnTo>
                    <a:pt x="0" y="188427"/>
                  </a:lnTo>
                  <a:close/>
                </a:path>
              </a:pathLst>
            </a:custGeom>
            <a:solidFill>
              <a:srgbClr val="0A162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812800" cy="350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059669" y="320909"/>
            <a:ext cx="5654296" cy="9966091"/>
          </a:xfrm>
          <a:custGeom>
            <a:avLst/>
            <a:gdLst/>
            <a:ahLst/>
            <a:cxnLst/>
            <a:rect r="r" b="b" t="t" l="l"/>
            <a:pathLst>
              <a:path h="9966091" w="5654296">
                <a:moveTo>
                  <a:pt x="0" y="0"/>
                </a:moveTo>
                <a:lnTo>
                  <a:pt x="5654296" y="0"/>
                </a:lnTo>
                <a:lnTo>
                  <a:pt x="5654296" y="9966091"/>
                </a:lnTo>
                <a:lnTo>
                  <a:pt x="0" y="9966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3076" y="2113559"/>
            <a:ext cx="7589527" cy="8173441"/>
          </a:xfrm>
          <a:custGeom>
            <a:avLst/>
            <a:gdLst/>
            <a:ahLst/>
            <a:cxnLst/>
            <a:rect r="r" b="b" t="t" l="l"/>
            <a:pathLst>
              <a:path h="8173441" w="7589527">
                <a:moveTo>
                  <a:pt x="0" y="0"/>
                </a:moveTo>
                <a:lnTo>
                  <a:pt x="7589527" y="0"/>
                </a:lnTo>
                <a:lnTo>
                  <a:pt x="7589527" y="8173441"/>
                </a:lnTo>
                <a:lnTo>
                  <a:pt x="0" y="8173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024" t="-21247" r="-82724" b="-2016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8294" y="773505"/>
            <a:ext cx="484393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Backlog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2265" y="355160"/>
            <a:ext cx="2255996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66865" y="2152879"/>
            <a:ext cx="6927617" cy="7713523"/>
          </a:xfrm>
          <a:custGeom>
            <a:avLst/>
            <a:gdLst/>
            <a:ahLst/>
            <a:cxnLst/>
            <a:rect r="r" b="b" t="t" l="l"/>
            <a:pathLst>
              <a:path h="7713523" w="6927617">
                <a:moveTo>
                  <a:pt x="0" y="0"/>
                </a:moveTo>
                <a:lnTo>
                  <a:pt x="6927616" y="0"/>
                </a:lnTo>
                <a:lnTo>
                  <a:pt x="6927616" y="7713523"/>
                </a:lnTo>
                <a:lnTo>
                  <a:pt x="0" y="7713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56202" y="2152879"/>
            <a:ext cx="8203098" cy="7713523"/>
          </a:xfrm>
          <a:custGeom>
            <a:avLst/>
            <a:gdLst/>
            <a:ahLst/>
            <a:cxnLst/>
            <a:rect r="r" b="b" t="t" l="l"/>
            <a:pathLst>
              <a:path h="7713523" w="8203098">
                <a:moveTo>
                  <a:pt x="0" y="0"/>
                </a:moveTo>
                <a:lnTo>
                  <a:pt x="8203098" y="0"/>
                </a:lnTo>
                <a:lnTo>
                  <a:pt x="8203098" y="7713523"/>
                </a:lnTo>
                <a:lnTo>
                  <a:pt x="0" y="7713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4355" y="742950"/>
            <a:ext cx="4799290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Kanbam 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16002" y="380394"/>
            <a:ext cx="2255996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1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8732295" cy="5485481"/>
          </a:xfrm>
          <a:custGeom>
            <a:avLst/>
            <a:gdLst/>
            <a:ahLst/>
            <a:cxnLst/>
            <a:rect r="r" b="b" t="t" l="l"/>
            <a:pathLst>
              <a:path h="5485481" w="8732295">
                <a:moveTo>
                  <a:pt x="0" y="0"/>
                </a:moveTo>
                <a:lnTo>
                  <a:pt x="8732295" y="0"/>
                </a:lnTo>
                <a:lnTo>
                  <a:pt x="8732295" y="5485481"/>
                </a:lnTo>
                <a:lnTo>
                  <a:pt x="0" y="5485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21" t="0" r="-265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83828" y="3991072"/>
            <a:ext cx="10504172" cy="6295928"/>
          </a:xfrm>
          <a:custGeom>
            <a:avLst/>
            <a:gdLst/>
            <a:ahLst/>
            <a:cxnLst/>
            <a:rect r="r" b="b" t="t" l="l"/>
            <a:pathLst>
              <a:path h="6295928" w="10504172">
                <a:moveTo>
                  <a:pt x="0" y="0"/>
                </a:moveTo>
                <a:lnTo>
                  <a:pt x="10504172" y="0"/>
                </a:lnTo>
                <a:lnTo>
                  <a:pt x="10504172" y="6295928"/>
                </a:lnTo>
                <a:lnTo>
                  <a:pt x="0" y="629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12005" y="857196"/>
            <a:ext cx="548020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Impediment Log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24112" y="456540"/>
            <a:ext cx="2255996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84575" y="2411777"/>
            <a:ext cx="17718850" cy="6579419"/>
          </a:xfrm>
          <a:custGeom>
            <a:avLst/>
            <a:gdLst/>
            <a:ahLst/>
            <a:cxnLst/>
            <a:rect r="r" b="b" t="t" l="l"/>
            <a:pathLst>
              <a:path h="6579419" w="17718850">
                <a:moveTo>
                  <a:pt x="0" y="0"/>
                </a:moveTo>
                <a:lnTo>
                  <a:pt x="17718850" y="0"/>
                </a:lnTo>
                <a:lnTo>
                  <a:pt x="17718850" y="6579418"/>
                </a:lnTo>
                <a:lnTo>
                  <a:pt x="0" y="6579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40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25578" y="742950"/>
            <a:ext cx="4828580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Burdown Chart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11869" y="346527"/>
            <a:ext cx="2255996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1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074020" y="4196147"/>
            <a:ext cx="10213980" cy="6090853"/>
          </a:xfrm>
          <a:custGeom>
            <a:avLst/>
            <a:gdLst/>
            <a:ahLst/>
            <a:cxnLst/>
            <a:rect r="r" b="b" t="t" l="l"/>
            <a:pathLst>
              <a:path h="6090853" w="10213980">
                <a:moveTo>
                  <a:pt x="0" y="0"/>
                </a:moveTo>
                <a:lnTo>
                  <a:pt x="10213980" y="0"/>
                </a:lnTo>
                <a:lnTo>
                  <a:pt x="10213980" y="6090853"/>
                </a:lnTo>
                <a:lnTo>
                  <a:pt x="0" y="6090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42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2207510"/>
            <a:ext cx="8074020" cy="8079490"/>
          </a:xfrm>
          <a:custGeom>
            <a:avLst/>
            <a:gdLst/>
            <a:ahLst/>
            <a:cxnLst/>
            <a:rect r="r" b="b" t="t" l="l"/>
            <a:pathLst>
              <a:path h="8079490" w="8074020">
                <a:moveTo>
                  <a:pt x="0" y="0"/>
                </a:moveTo>
                <a:lnTo>
                  <a:pt x="8074020" y="0"/>
                </a:lnTo>
                <a:lnTo>
                  <a:pt x="8074020" y="8079490"/>
                </a:lnTo>
                <a:lnTo>
                  <a:pt x="0" y="8079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60" t="0" r="-196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59040" y="2416304"/>
            <a:ext cx="455556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53012" y="1997960"/>
            <a:ext cx="2326124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2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85756" y="2311471"/>
            <a:ext cx="8607166" cy="7456594"/>
          </a:xfrm>
          <a:custGeom>
            <a:avLst/>
            <a:gdLst/>
            <a:ahLst/>
            <a:cxnLst/>
            <a:rect r="r" b="b" t="t" l="l"/>
            <a:pathLst>
              <a:path h="7456594" w="8607166">
                <a:moveTo>
                  <a:pt x="0" y="0"/>
                </a:moveTo>
                <a:lnTo>
                  <a:pt x="8607166" y="0"/>
                </a:lnTo>
                <a:lnTo>
                  <a:pt x="8607166" y="7456594"/>
                </a:lnTo>
                <a:lnTo>
                  <a:pt x="0" y="7456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311471"/>
            <a:ext cx="7353460" cy="7456594"/>
          </a:xfrm>
          <a:custGeom>
            <a:avLst/>
            <a:gdLst/>
            <a:ahLst/>
            <a:cxnLst/>
            <a:rect r="r" b="b" t="t" l="l"/>
            <a:pathLst>
              <a:path h="7456594" w="7353460">
                <a:moveTo>
                  <a:pt x="0" y="0"/>
                </a:moveTo>
                <a:lnTo>
                  <a:pt x="7353460" y="0"/>
                </a:lnTo>
                <a:lnTo>
                  <a:pt x="7353460" y="7456594"/>
                </a:lnTo>
                <a:lnTo>
                  <a:pt x="0" y="7456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25578" y="933450"/>
            <a:ext cx="484393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Backlog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9549" y="515105"/>
            <a:ext cx="2326124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52016" y="1860039"/>
            <a:ext cx="15654097" cy="8431666"/>
          </a:xfrm>
          <a:custGeom>
            <a:avLst/>
            <a:gdLst/>
            <a:ahLst/>
            <a:cxnLst/>
            <a:rect r="r" b="b" t="t" l="l"/>
            <a:pathLst>
              <a:path h="8431666" w="15654097">
                <a:moveTo>
                  <a:pt x="0" y="0"/>
                </a:moveTo>
                <a:lnTo>
                  <a:pt x="15654096" y="0"/>
                </a:lnTo>
                <a:lnTo>
                  <a:pt x="15654096" y="8431666"/>
                </a:lnTo>
                <a:lnTo>
                  <a:pt x="0" y="8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25578" y="546659"/>
            <a:ext cx="4799290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Kanbam 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97225" y="184102"/>
            <a:ext cx="2326124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2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2537" y="2167377"/>
            <a:ext cx="17282926" cy="7551081"/>
          </a:xfrm>
          <a:custGeom>
            <a:avLst/>
            <a:gdLst/>
            <a:ahLst/>
            <a:cxnLst/>
            <a:rect r="r" b="b" t="t" l="l"/>
            <a:pathLst>
              <a:path h="7551081" w="17282926">
                <a:moveTo>
                  <a:pt x="0" y="0"/>
                </a:moveTo>
                <a:lnTo>
                  <a:pt x="17282926" y="0"/>
                </a:lnTo>
                <a:lnTo>
                  <a:pt x="17282926" y="7551081"/>
                </a:lnTo>
                <a:lnTo>
                  <a:pt x="0" y="7551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08011" y="742950"/>
            <a:ext cx="548020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Impediment Log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20117" y="342294"/>
            <a:ext cx="2326124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2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05869" y="2318879"/>
            <a:ext cx="17476263" cy="6477140"/>
          </a:xfrm>
          <a:custGeom>
            <a:avLst/>
            <a:gdLst/>
            <a:ahLst/>
            <a:cxnLst/>
            <a:rect r="r" b="b" t="t" l="l"/>
            <a:pathLst>
              <a:path h="6477140" w="17476263">
                <a:moveTo>
                  <a:pt x="0" y="0"/>
                </a:moveTo>
                <a:lnTo>
                  <a:pt x="17476262" y="0"/>
                </a:lnTo>
                <a:lnTo>
                  <a:pt x="17476262" y="6477139"/>
                </a:lnTo>
                <a:lnTo>
                  <a:pt x="0" y="6477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25578" y="742950"/>
            <a:ext cx="4828580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Burdown Chart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11869" y="346527"/>
            <a:ext cx="2326124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2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9419167" cy="6121400"/>
          </a:xfrm>
          <a:custGeom>
            <a:avLst/>
            <a:gdLst/>
            <a:ahLst/>
            <a:cxnLst/>
            <a:rect r="r" b="b" t="t" l="l"/>
            <a:pathLst>
              <a:path h="6121400" w="9419167">
                <a:moveTo>
                  <a:pt x="0" y="0"/>
                </a:moveTo>
                <a:lnTo>
                  <a:pt x="9419167" y="0"/>
                </a:lnTo>
                <a:lnTo>
                  <a:pt x="9419167" y="6121400"/>
                </a:lnTo>
                <a:lnTo>
                  <a:pt x="0" y="6121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48" t="0" r="-15267" b="-164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55498" y="3623366"/>
            <a:ext cx="10477100" cy="6663634"/>
          </a:xfrm>
          <a:custGeom>
            <a:avLst/>
            <a:gdLst/>
            <a:ahLst/>
            <a:cxnLst/>
            <a:rect r="r" b="b" t="t" l="l"/>
            <a:pathLst>
              <a:path h="6663634" w="10477100">
                <a:moveTo>
                  <a:pt x="0" y="0"/>
                </a:moveTo>
                <a:lnTo>
                  <a:pt x="10477099" y="0"/>
                </a:lnTo>
                <a:lnTo>
                  <a:pt x="10477099" y="6663634"/>
                </a:lnTo>
                <a:lnTo>
                  <a:pt x="0" y="6663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73077" y="8131243"/>
            <a:ext cx="2665923" cy="1127057"/>
          </a:xfrm>
          <a:custGeom>
            <a:avLst/>
            <a:gdLst/>
            <a:ahLst/>
            <a:cxnLst/>
            <a:rect r="r" b="b" t="t" l="l"/>
            <a:pathLst>
              <a:path h="1127057" w="2665923">
                <a:moveTo>
                  <a:pt x="0" y="0"/>
                </a:moveTo>
                <a:lnTo>
                  <a:pt x="2665924" y="0"/>
                </a:lnTo>
                <a:lnTo>
                  <a:pt x="2665924" y="1127057"/>
                </a:lnTo>
                <a:lnTo>
                  <a:pt x="0" y="11270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511" t="-42354" r="-24422" b="-3733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32231" y="1215573"/>
            <a:ext cx="455556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46953" y="819150"/>
            <a:ext cx="2326124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536352" y="9701212"/>
            <a:ext cx="320040" cy="323850"/>
            <a:chOff x="0" y="0"/>
            <a:chExt cx="426720" cy="43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231" y="42432"/>
              <a:ext cx="325689" cy="345843"/>
            </a:xfrm>
            <a:custGeom>
              <a:avLst/>
              <a:gdLst/>
              <a:ahLst/>
              <a:cxnLst/>
              <a:rect r="r" b="b" t="t" l="l"/>
              <a:pathLst>
                <a:path h="345843" w="325689">
                  <a:moveTo>
                    <a:pt x="227899" y="59168"/>
                  </a:moveTo>
                  <a:cubicBezTo>
                    <a:pt x="75499" y="73138"/>
                    <a:pt x="69149" y="113778"/>
                    <a:pt x="71689" y="134098"/>
                  </a:cubicBezTo>
                  <a:cubicBezTo>
                    <a:pt x="71689" y="146798"/>
                    <a:pt x="89469" y="156958"/>
                    <a:pt x="86929" y="164578"/>
                  </a:cubicBezTo>
                  <a:cubicBezTo>
                    <a:pt x="84389" y="172198"/>
                    <a:pt x="69149" y="178548"/>
                    <a:pt x="61529" y="177278"/>
                  </a:cubicBezTo>
                  <a:cubicBezTo>
                    <a:pt x="53909" y="177278"/>
                    <a:pt x="43749" y="170928"/>
                    <a:pt x="42479" y="164578"/>
                  </a:cubicBezTo>
                  <a:cubicBezTo>
                    <a:pt x="38669" y="155688"/>
                    <a:pt x="46289" y="134098"/>
                    <a:pt x="53909" y="126478"/>
                  </a:cubicBezTo>
                  <a:cubicBezTo>
                    <a:pt x="60259" y="118858"/>
                    <a:pt x="69149" y="116318"/>
                    <a:pt x="81849" y="113778"/>
                  </a:cubicBezTo>
                  <a:cubicBezTo>
                    <a:pt x="104709" y="108698"/>
                    <a:pt x="159319" y="104888"/>
                    <a:pt x="185989" y="109968"/>
                  </a:cubicBezTo>
                  <a:cubicBezTo>
                    <a:pt x="201229" y="113778"/>
                    <a:pt x="213929" y="121398"/>
                    <a:pt x="222819" y="129018"/>
                  </a:cubicBezTo>
                  <a:cubicBezTo>
                    <a:pt x="231709" y="136638"/>
                    <a:pt x="230439" y="150608"/>
                    <a:pt x="239329" y="156958"/>
                  </a:cubicBezTo>
                  <a:cubicBezTo>
                    <a:pt x="252029" y="164578"/>
                    <a:pt x="281239" y="156958"/>
                    <a:pt x="295209" y="163308"/>
                  </a:cubicBezTo>
                  <a:cubicBezTo>
                    <a:pt x="305369" y="168388"/>
                    <a:pt x="312989" y="177278"/>
                    <a:pt x="318069" y="186168"/>
                  </a:cubicBezTo>
                  <a:cubicBezTo>
                    <a:pt x="323149" y="196328"/>
                    <a:pt x="325689" y="209028"/>
                    <a:pt x="325689" y="220458"/>
                  </a:cubicBezTo>
                  <a:cubicBezTo>
                    <a:pt x="324419" y="233158"/>
                    <a:pt x="318069" y="244588"/>
                    <a:pt x="307909" y="258558"/>
                  </a:cubicBezTo>
                  <a:cubicBezTo>
                    <a:pt x="292669" y="281418"/>
                    <a:pt x="262189" y="315708"/>
                    <a:pt x="225359" y="330948"/>
                  </a:cubicBezTo>
                  <a:cubicBezTo>
                    <a:pt x="175829" y="349998"/>
                    <a:pt x="58989" y="348728"/>
                    <a:pt x="24699" y="338568"/>
                  </a:cubicBezTo>
                  <a:cubicBezTo>
                    <a:pt x="10729" y="334758"/>
                    <a:pt x="1839" y="327138"/>
                    <a:pt x="569" y="319518"/>
                  </a:cubicBezTo>
                  <a:cubicBezTo>
                    <a:pt x="-1971" y="311898"/>
                    <a:pt x="4379" y="295388"/>
                    <a:pt x="11999" y="291578"/>
                  </a:cubicBezTo>
                  <a:cubicBezTo>
                    <a:pt x="19619" y="287768"/>
                    <a:pt x="41209" y="294118"/>
                    <a:pt x="47559" y="301738"/>
                  </a:cubicBezTo>
                  <a:cubicBezTo>
                    <a:pt x="51369" y="306818"/>
                    <a:pt x="50099" y="318248"/>
                    <a:pt x="47559" y="324598"/>
                  </a:cubicBezTo>
                  <a:cubicBezTo>
                    <a:pt x="43749" y="330948"/>
                    <a:pt x="34859" y="338568"/>
                    <a:pt x="27239" y="338568"/>
                  </a:cubicBezTo>
                  <a:cubicBezTo>
                    <a:pt x="19619" y="338568"/>
                    <a:pt x="3109" y="329678"/>
                    <a:pt x="569" y="322058"/>
                  </a:cubicBezTo>
                  <a:cubicBezTo>
                    <a:pt x="-1971" y="314438"/>
                    <a:pt x="4379" y="296658"/>
                    <a:pt x="15809" y="289038"/>
                  </a:cubicBezTo>
                  <a:cubicBezTo>
                    <a:pt x="45019" y="271258"/>
                    <a:pt x="174559" y="305548"/>
                    <a:pt x="213929" y="286498"/>
                  </a:cubicBezTo>
                  <a:cubicBezTo>
                    <a:pt x="236789" y="275068"/>
                    <a:pt x="248219" y="249668"/>
                    <a:pt x="254569" y="234428"/>
                  </a:cubicBezTo>
                  <a:cubicBezTo>
                    <a:pt x="258379" y="225538"/>
                    <a:pt x="262189" y="215378"/>
                    <a:pt x="257109" y="207758"/>
                  </a:cubicBezTo>
                  <a:cubicBezTo>
                    <a:pt x="250759" y="197598"/>
                    <a:pt x="212659" y="195058"/>
                    <a:pt x="199959" y="184898"/>
                  </a:cubicBezTo>
                  <a:cubicBezTo>
                    <a:pt x="191069" y="177278"/>
                    <a:pt x="192339" y="165848"/>
                    <a:pt x="182179" y="160768"/>
                  </a:cubicBezTo>
                  <a:cubicBezTo>
                    <a:pt x="164399" y="150608"/>
                    <a:pt x="107249" y="145528"/>
                    <a:pt x="89469" y="153148"/>
                  </a:cubicBezTo>
                  <a:cubicBezTo>
                    <a:pt x="80579" y="158228"/>
                    <a:pt x="80579" y="173468"/>
                    <a:pt x="72959" y="176008"/>
                  </a:cubicBezTo>
                  <a:cubicBezTo>
                    <a:pt x="66609" y="179818"/>
                    <a:pt x="56449" y="177278"/>
                    <a:pt x="50099" y="173468"/>
                  </a:cubicBezTo>
                  <a:cubicBezTo>
                    <a:pt x="42479" y="169658"/>
                    <a:pt x="33589" y="159498"/>
                    <a:pt x="28509" y="150608"/>
                  </a:cubicBezTo>
                  <a:cubicBezTo>
                    <a:pt x="24699" y="140448"/>
                    <a:pt x="24699" y="130288"/>
                    <a:pt x="24699" y="116318"/>
                  </a:cubicBezTo>
                  <a:cubicBezTo>
                    <a:pt x="25969" y="94728"/>
                    <a:pt x="28509" y="51548"/>
                    <a:pt x="37399" y="33768"/>
                  </a:cubicBezTo>
                  <a:cubicBezTo>
                    <a:pt x="43749" y="22338"/>
                    <a:pt x="47559" y="17258"/>
                    <a:pt x="61529" y="12178"/>
                  </a:cubicBezTo>
                  <a:cubicBezTo>
                    <a:pt x="90739" y="-522"/>
                    <a:pt x="206309" y="-5602"/>
                    <a:pt x="234249" y="8368"/>
                  </a:cubicBezTo>
                  <a:cubicBezTo>
                    <a:pt x="245679" y="14718"/>
                    <a:pt x="254569" y="28688"/>
                    <a:pt x="253299" y="36308"/>
                  </a:cubicBezTo>
                  <a:cubicBezTo>
                    <a:pt x="252029" y="45198"/>
                    <a:pt x="227899" y="59168"/>
                    <a:pt x="227899" y="59168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954500" y="9673590"/>
            <a:ext cx="247650" cy="332422"/>
            <a:chOff x="0" y="0"/>
            <a:chExt cx="330200" cy="4432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0" y="49804"/>
              <a:ext cx="231648" cy="342626"/>
            </a:xfrm>
            <a:custGeom>
              <a:avLst/>
              <a:gdLst/>
              <a:ahLst/>
              <a:cxnLst/>
              <a:rect r="r" b="b" t="t" l="l"/>
              <a:pathLst>
                <a:path h="342626" w="231648">
                  <a:moveTo>
                    <a:pt x="25400" y="215626"/>
                  </a:moveTo>
                  <a:cubicBezTo>
                    <a:pt x="120650" y="204196"/>
                    <a:pt x="140970" y="158476"/>
                    <a:pt x="149860" y="127996"/>
                  </a:cubicBezTo>
                  <a:cubicBezTo>
                    <a:pt x="158750" y="101326"/>
                    <a:pt x="148590" y="69576"/>
                    <a:pt x="156210" y="46716"/>
                  </a:cubicBezTo>
                  <a:cubicBezTo>
                    <a:pt x="162560" y="30206"/>
                    <a:pt x="172720" y="11156"/>
                    <a:pt x="184150" y="6076"/>
                  </a:cubicBezTo>
                  <a:cubicBezTo>
                    <a:pt x="193040" y="996"/>
                    <a:pt x="205740" y="996"/>
                    <a:pt x="213360" y="4806"/>
                  </a:cubicBezTo>
                  <a:cubicBezTo>
                    <a:pt x="219710" y="8616"/>
                    <a:pt x="224790" y="18776"/>
                    <a:pt x="224790" y="26396"/>
                  </a:cubicBezTo>
                  <a:cubicBezTo>
                    <a:pt x="224790" y="32746"/>
                    <a:pt x="213360" y="46716"/>
                    <a:pt x="213360" y="46716"/>
                  </a:cubicBezTo>
                  <a:cubicBezTo>
                    <a:pt x="213360" y="46716"/>
                    <a:pt x="222250" y="22586"/>
                    <a:pt x="224790" y="23856"/>
                  </a:cubicBezTo>
                  <a:cubicBezTo>
                    <a:pt x="232410" y="25126"/>
                    <a:pt x="233680" y="138156"/>
                    <a:pt x="228600" y="191496"/>
                  </a:cubicBezTo>
                  <a:cubicBezTo>
                    <a:pt x="223520" y="241026"/>
                    <a:pt x="213360" y="314686"/>
                    <a:pt x="198120" y="333736"/>
                  </a:cubicBezTo>
                  <a:cubicBezTo>
                    <a:pt x="191770" y="341356"/>
                    <a:pt x="182880" y="342626"/>
                    <a:pt x="175260" y="342626"/>
                  </a:cubicBezTo>
                  <a:cubicBezTo>
                    <a:pt x="168910" y="341356"/>
                    <a:pt x="158750" y="335006"/>
                    <a:pt x="156210" y="328656"/>
                  </a:cubicBezTo>
                  <a:cubicBezTo>
                    <a:pt x="152400" y="323576"/>
                    <a:pt x="152400" y="310876"/>
                    <a:pt x="154940" y="305796"/>
                  </a:cubicBezTo>
                  <a:cubicBezTo>
                    <a:pt x="160020" y="298176"/>
                    <a:pt x="175260" y="290556"/>
                    <a:pt x="182880" y="291826"/>
                  </a:cubicBezTo>
                  <a:cubicBezTo>
                    <a:pt x="191770" y="294366"/>
                    <a:pt x="201930" y="307066"/>
                    <a:pt x="203200" y="315956"/>
                  </a:cubicBezTo>
                  <a:cubicBezTo>
                    <a:pt x="204470" y="322306"/>
                    <a:pt x="199390" y="332466"/>
                    <a:pt x="194310" y="337546"/>
                  </a:cubicBezTo>
                  <a:cubicBezTo>
                    <a:pt x="187960" y="341356"/>
                    <a:pt x="176530" y="343896"/>
                    <a:pt x="170180" y="341356"/>
                  </a:cubicBezTo>
                  <a:cubicBezTo>
                    <a:pt x="162560" y="337546"/>
                    <a:pt x="156210" y="327386"/>
                    <a:pt x="152400" y="315956"/>
                  </a:cubicBezTo>
                  <a:cubicBezTo>
                    <a:pt x="147320" y="298176"/>
                    <a:pt x="152400" y="262616"/>
                    <a:pt x="157480" y="241026"/>
                  </a:cubicBezTo>
                  <a:cubicBezTo>
                    <a:pt x="162560" y="220706"/>
                    <a:pt x="173990" y="210546"/>
                    <a:pt x="177800" y="188956"/>
                  </a:cubicBezTo>
                  <a:cubicBezTo>
                    <a:pt x="185420" y="152126"/>
                    <a:pt x="175260" y="74656"/>
                    <a:pt x="177800" y="41636"/>
                  </a:cubicBezTo>
                  <a:cubicBezTo>
                    <a:pt x="179070" y="25126"/>
                    <a:pt x="177800" y="12426"/>
                    <a:pt x="184150" y="6076"/>
                  </a:cubicBezTo>
                  <a:cubicBezTo>
                    <a:pt x="187960" y="996"/>
                    <a:pt x="195580" y="-1544"/>
                    <a:pt x="201930" y="996"/>
                  </a:cubicBezTo>
                  <a:cubicBezTo>
                    <a:pt x="209550" y="3536"/>
                    <a:pt x="220980" y="17506"/>
                    <a:pt x="223520" y="31476"/>
                  </a:cubicBezTo>
                  <a:cubicBezTo>
                    <a:pt x="228600" y="55606"/>
                    <a:pt x="208280" y="103866"/>
                    <a:pt x="196850" y="136886"/>
                  </a:cubicBezTo>
                  <a:cubicBezTo>
                    <a:pt x="185420" y="167366"/>
                    <a:pt x="172720" y="200386"/>
                    <a:pt x="156210" y="221976"/>
                  </a:cubicBezTo>
                  <a:cubicBezTo>
                    <a:pt x="142240" y="241026"/>
                    <a:pt x="128270" y="256266"/>
                    <a:pt x="107950" y="263886"/>
                  </a:cubicBezTo>
                  <a:cubicBezTo>
                    <a:pt x="85090" y="272776"/>
                    <a:pt x="44450" y="274046"/>
                    <a:pt x="25400" y="266426"/>
                  </a:cubicBezTo>
                  <a:cubicBezTo>
                    <a:pt x="12700" y="261346"/>
                    <a:pt x="0" y="246106"/>
                    <a:pt x="0" y="237216"/>
                  </a:cubicBezTo>
                  <a:cubicBezTo>
                    <a:pt x="1270" y="229596"/>
                    <a:pt x="25400" y="215626"/>
                    <a:pt x="25400" y="215626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7164050" y="9708832"/>
            <a:ext cx="228600" cy="313372"/>
            <a:chOff x="0" y="0"/>
            <a:chExt cx="304800" cy="4178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" y="48200"/>
              <a:ext cx="204440" cy="320489"/>
            </a:xfrm>
            <a:custGeom>
              <a:avLst/>
              <a:gdLst/>
              <a:ahLst/>
              <a:cxnLst/>
              <a:rect r="r" b="b" t="t" l="l"/>
              <a:pathLst>
                <a:path h="320489" w="204440">
                  <a:moveTo>
                    <a:pt x="0" y="271840"/>
                  </a:moveTo>
                  <a:cubicBezTo>
                    <a:pt x="1270" y="45780"/>
                    <a:pt x="0" y="38160"/>
                    <a:pt x="5080" y="28000"/>
                  </a:cubicBezTo>
                  <a:cubicBezTo>
                    <a:pt x="8890" y="19110"/>
                    <a:pt x="16510" y="8950"/>
                    <a:pt x="26670" y="5140"/>
                  </a:cubicBezTo>
                  <a:cubicBezTo>
                    <a:pt x="38100" y="-1210"/>
                    <a:pt x="55880" y="-1210"/>
                    <a:pt x="72390" y="2600"/>
                  </a:cubicBezTo>
                  <a:cubicBezTo>
                    <a:pt x="93980" y="7680"/>
                    <a:pt x="123190" y="22920"/>
                    <a:pt x="142240" y="44510"/>
                  </a:cubicBezTo>
                  <a:cubicBezTo>
                    <a:pt x="166370" y="68640"/>
                    <a:pt x="186690" y="111820"/>
                    <a:pt x="196850" y="147380"/>
                  </a:cubicBezTo>
                  <a:cubicBezTo>
                    <a:pt x="207010" y="181670"/>
                    <a:pt x="204470" y="227390"/>
                    <a:pt x="203200" y="252790"/>
                  </a:cubicBezTo>
                  <a:cubicBezTo>
                    <a:pt x="203200" y="266760"/>
                    <a:pt x="205740" y="276920"/>
                    <a:pt x="199390" y="287080"/>
                  </a:cubicBezTo>
                  <a:cubicBezTo>
                    <a:pt x="190500" y="299780"/>
                    <a:pt x="170180" y="313750"/>
                    <a:pt x="148590" y="318830"/>
                  </a:cubicBezTo>
                  <a:cubicBezTo>
                    <a:pt x="115570" y="325180"/>
                    <a:pt x="35560" y="312480"/>
                    <a:pt x="15240" y="294700"/>
                  </a:cubicBezTo>
                  <a:cubicBezTo>
                    <a:pt x="5080" y="285810"/>
                    <a:pt x="0" y="268030"/>
                    <a:pt x="3810" y="260410"/>
                  </a:cubicBezTo>
                  <a:cubicBezTo>
                    <a:pt x="6350" y="252790"/>
                    <a:pt x="22860" y="246440"/>
                    <a:pt x="30480" y="246440"/>
                  </a:cubicBezTo>
                  <a:cubicBezTo>
                    <a:pt x="38100" y="247710"/>
                    <a:pt x="46990" y="255330"/>
                    <a:pt x="49530" y="261680"/>
                  </a:cubicBezTo>
                  <a:cubicBezTo>
                    <a:pt x="52070" y="268030"/>
                    <a:pt x="50800" y="279460"/>
                    <a:pt x="46990" y="285810"/>
                  </a:cubicBezTo>
                  <a:cubicBezTo>
                    <a:pt x="43180" y="292160"/>
                    <a:pt x="33020" y="297240"/>
                    <a:pt x="26670" y="297240"/>
                  </a:cubicBezTo>
                  <a:cubicBezTo>
                    <a:pt x="19050" y="297240"/>
                    <a:pt x="8890" y="292160"/>
                    <a:pt x="5080" y="285810"/>
                  </a:cubicBezTo>
                  <a:cubicBezTo>
                    <a:pt x="1270" y="280730"/>
                    <a:pt x="0" y="269300"/>
                    <a:pt x="2540" y="262950"/>
                  </a:cubicBezTo>
                  <a:cubicBezTo>
                    <a:pt x="5080" y="256600"/>
                    <a:pt x="10160" y="250250"/>
                    <a:pt x="20320" y="246440"/>
                  </a:cubicBezTo>
                  <a:cubicBezTo>
                    <a:pt x="43180" y="240090"/>
                    <a:pt x="135890" y="288350"/>
                    <a:pt x="157480" y="270570"/>
                  </a:cubicBezTo>
                  <a:cubicBezTo>
                    <a:pt x="175260" y="254060"/>
                    <a:pt x="161290" y="176590"/>
                    <a:pt x="151130" y="156270"/>
                  </a:cubicBezTo>
                  <a:cubicBezTo>
                    <a:pt x="146050" y="146110"/>
                    <a:pt x="134620" y="146110"/>
                    <a:pt x="129540" y="138490"/>
                  </a:cubicBezTo>
                  <a:cubicBezTo>
                    <a:pt x="125730" y="129600"/>
                    <a:pt x="130810" y="116900"/>
                    <a:pt x="125730" y="106740"/>
                  </a:cubicBezTo>
                  <a:cubicBezTo>
                    <a:pt x="118110" y="91500"/>
                    <a:pt x="96520" y="69910"/>
                    <a:pt x="81280" y="63560"/>
                  </a:cubicBezTo>
                  <a:cubicBezTo>
                    <a:pt x="71120" y="58480"/>
                    <a:pt x="58420" y="54670"/>
                    <a:pt x="50800" y="62290"/>
                  </a:cubicBezTo>
                  <a:cubicBezTo>
                    <a:pt x="31750" y="80070"/>
                    <a:pt x="67310" y="246440"/>
                    <a:pt x="50800" y="278190"/>
                  </a:cubicBezTo>
                  <a:cubicBezTo>
                    <a:pt x="43180" y="290890"/>
                    <a:pt x="30480" y="298510"/>
                    <a:pt x="22860" y="297240"/>
                  </a:cubicBezTo>
                  <a:cubicBezTo>
                    <a:pt x="13970" y="295970"/>
                    <a:pt x="0" y="271840"/>
                    <a:pt x="0" y="271840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28283" y="2595163"/>
            <a:ext cx="8319264" cy="6278441"/>
          </a:xfrm>
          <a:custGeom>
            <a:avLst/>
            <a:gdLst/>
            <a:ahLst/>
            <a:cxnLst/>
            <a:rect r="r" b="b" t="t" l="l"/>
            <a:pathLst>
              <a:path h="6278441" w="8319264">
                <a:moveTo>
                  <a:pt x="0" y="0"/>
                </a:moveTo>
                <a:lnTo>
                  <a:pt x="8319264" y="0"/>
                </a:lnTo>
                <a:lnTo>
                  <a:pt x="8319264" y="6278442"/>
                </a:lnTo>
                <a:lnTo>
                  <a:pt x="0" y="6278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05" t="0" r="-210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21339" y="2381526"/>
            <a:ext cx="7790198" cy="6876774"/>
          </a:xfrm>
          <a:custGeom>
            <a:avLst/>
            <a:gdLst/>
            <a:ahLst/>
            <a:cxnLst/>
            <a:rect r="r" b="b" t="t" l="l"/>
            <a:pathLst>
              <a:path h="6876774" w="7790198">
                <a:moveTo>
                  <a:pt x="0" y="0"/>
                </a:moveTo>
                <a:lnTo>
                  <a:pt x="7790198" y="0"/>
                </a:lnTo>
                <a:lnTo>
                  <a:pt x="7790198" y="6876774"/>
                </a:lnTo>
                <a:lnTo>
                  <a:pt x="0" y="6876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25578" y="933450"/>
            <a:ext cx="484393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Backlog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9549" y="515105"/>
            <a:ext cx="2335768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3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52016" y="1860039"/>
            <a:ext cx="15654097" cy="8431666"/>
          </a:xfrm>
          <a:custGeom>
            <a:avLst/>
            <a:gdLst/>
            <a:ahLst/>
            <a:cxnLst/>
            <a:rect r="r" b="b" t="t" l="l"/>
            <a:pathLst>
              <a:path h="8431666" w="15654097">
                <a:moveTo>
                  <a:pt x="0" y="0"/>
                </a:moveTo>
                <a:lnTo>
                  <a:pt x="15654096" y="0"/>
                </a:lnTo>
                <a:lnTo>
                  <a:pt x="15654096" y="8431666"/>
                </a:lnTo>
                <a:lnTo>
                  <a:pt x="0" y="8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25578" y="546659"/>
            <a:ext cx="4799290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Kanbam 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97225" y="184102"/>
            <a:ext cx="2335768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3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59564" y="1976089"/>
            <a:ext cx="13368872" cy="7933659"/>
          </a:xfrm>
          <a:custGeom>
            <a:avLst/>
            <a:gdLst/>
            <a:ahLst/>
            <a:cxnLst/>
            <a:rect r="r" b="b" t="t" l="l"/>
            <a:pathLst>
              <a:path h="7933659" w="13368872">
                <a:moveTo>
                  <a:pt x="0" y="0"/>
                </a:moveTo>
                <a:lnTo>
                  <a:pt x="13368872" y="0"/>
                </a:lnTo>
                <a:lnTo>
                  <a:pt x="13368872" y="7933658"/>
                </a:lnTo>
                <a:lnTo>
                  <a:pt x="0" y="7933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08011" y="742950"/>
            <a:ext cx="548020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Impediment Log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20117" y="342294"/>
            <a:ext cx="2335768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3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41226" y="2049431"/>
            <a:ext cx="14397283" cy="7791208"/>
          </a:xfrm>
          <a:custGeom>
            <a:avLst/>
            <a:gdLst/>
            <a:ahLst/>
            <a:cxnLst/>
            <a:rect r="r" b="b" t="t" l="l"/>
            <a:pathLst>
              <a:path h="7791208" w="14397283">
                <a:moveTo>
                  <a:pt x="0" y="0"/>
                </a:moveTo>
                <a:lnTo>
                  <a:pt x="14397283" y="0"/>
                </a:lnTo>
                <a:lnTo>
                  <a:pt x="14397283" y="7791207"/>
                </a:lnTo>
                <a:lnTo>
                  <a:pt x="0" y="779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68" r="0" b="-156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293155" y="2203412"/>
            <a:ext cx="1771992" cy="555226"/>
            <a:chOff x="0" y="0"/>
            <a:chExt cx="466698" cy="1462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6698" cy="146232"/>
            </a:xfrm>
            <a:custGeom>
              <a:avLst/>
              <a:gdLst/>
              <a:ahLst/>
              <a:cxnLst/>
              <a:rect r="r" b="b" t="t" l="l"/>
              <a:pathLst>
                <a:path h="146232" w="466698">
                  <a:moveTo>
                    <a:pt x="0" y="0"/>
                  </a:moveTo>
                  <a:lnTo>
                    <a:pt x="466698" y="0"/>
                  </a:lnTo>
                  <a:lnTo>
                    <a:pt x="466698" y="146232"/>
                  </a:lnTo>
                  <a:lnTo>
                    <a:pt x="0" y="1462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466698" cy="308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25578" y="742950"/>
            <a:ext cx="4828580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Burdown Chart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1869" y="346527"/>
            <a:ext cx="2335768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81653" y="2146262"/>
            <a:ext cx="1241703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Sprint 3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573077" y="8131243"/>
            <a:ext cx="2665923" cy="1127057"/>
          </a:xfrm>
          <a:custGeom>
            <a:avLst/>
            <a:gdLst/>
            <a:ahLst/>
            <a:cxnLst/>
            <a:rect r="r" b="b" t="t" l="l"/>
            <a:pathLst>
              <a:path h="1127057" w="2665923">
                <a:moveTo>
                  <a:pt x="0" y="0"/>
                </a:moveTo>
                <a:lnTo>
                  <a:pt x="2665924" y="0"/>
                </a:lnTo>
                <a:lnTo>
                  <a:pt x="2665924" y="1127057"/>
                </a:lnTo>
                <a:lnTo>
                  <a:pt x="0" y="1127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511" t="-42354" r="-24422" b="-3733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32231" y="1215573"/>
            <a:ext cx="4555569" cy="11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Review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46953" y="819150"/>
            <a:ext cx="2335768" cy="8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999">
                <a:solidFill>
                  <a:srgbClr val="F9D75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536352" y="9701212"/>
            <a:ext cx="320040" cy="323850"/>
            <a:chOff x="0" y="0"/>
            <a:chExt cx="426720" cy="431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231" y="42432"/>
              <a:ext cx="325689" cy="345843"/>
            </a:xfrm>
            <a:custGeom>
              <a:avLst/>
              <a:gdLst/>
              <a:ahLst/>
              <a:cxnLst/>
              <a:rect r="r" b="b" t="t" l="l"/>
              <a:pathLst>
                <a:path h="345843" w="325689">
                  <a:moveTo>
                    <a:pt x="227899" y="59168"/>
                  </a:moveTo>
                  <a:cubicBezTo>
                    <a:pt x="75499" y="73138"/>
                    <a:pt x="69149" y="113778"/>
                    <a:pt x="71689" y="134098"/>
                  </a:cubicBezTo>
                  <a:cubicBezTo>
                    <a:pt x="71689" y="146798"/>
                    <a:pt x="89469" y="156958"/>
                    <a:pt x="86929" y="164578"/>
                  </a:cubicBezTo>
                  <a:cubicBezTo>
                    <a:pt x="84389" y="172198"/>
                    <a:pt x="69149" y="178548"/>
                    <a:pt x="61529" y="177278"/>
                  </a:cubicBezTo>
                  <a:cubicBezTo>
                    <a:pt x="53909" y="177278"/>
                    <a:pt x="43749" y="170928"/>
                    <a:pt x="42479" y="164578"/>
                  </a:cubicBezTo>
                  <a:cubicBezTo>
                    <a:pt x="38669" y="155688"/>
                    <a:pt x="46289" y="134098"/>
                    <a:pt x="53909" y="126478"/>
                  </a:cubicBezTo>
                  <a:cubicBezTo>
                    <a:pt x="60259" y="118858"/>
                    <a:pt x="69149" y="116318"/>
                    <a:pt x="81849" y="113778"/>
                  </a:cubicBezTo>
                  <a:cubicBezTo>
                    <a:pt x="104709" y="108698"/>
                    <a:pt x="159319" y="104888"/>
                    <a:pt x="185989" y="109968"/>
                  </a:cubicBezTo>
                  <a:cubicBezTo>
                    <a:pt x="201229" y="113778"/>
                    <a:pt x="213929" y="121398"/>
                    <a:pt x="222819" y="129018"/>
                  </a:cubicBezTo>
                  <a:cubicBezTo>
                    <a:pt x="231709" y="136638"/>
                    <a:pt x="230439" y="150608"/>
                    <a:pt x="239329" y="156958"/>
                  </a:cubicBezTo>
                  <a:cubicBezTo>
                    <a:pt x="252029" y="164578"/>
                    <a:pt x="281239" y="156958"/>
                    <a:pt x="295209" y="163308"/>
                  </a:cubicBezTo>
                  <a:cubicBezTo>
                    <a:pt x="305369" y="168388"/>
                    <a:pt x="312989" y="177278"/>
                    <a:pt x="318069" y="186168"/>
                  </a:cubicBezTo>
                  <a:cubicBezTo>
                    <a:pt x="323149" y="196328"/>
                    <a:pt x="325689" y="209028"/>
                    <a:pt x="325689" y="220458"/>
                  </a:cubicBezTo>
                  <a:cubicBezTo>
                    <a:pt x="324419" y="233158"/>
                    <a:pt x="318069" y="244588"/>
                    <a:pt x="307909" y="258558"/>
                  </a:cubicBezTo>
                  <a:cubicBezTo>
                    <a:pt x="292669" y="281418"/>
                    <a:pt x="262189" y="315708"/>
                    <a:pt x="225359" y="330948"/>
                  </a:cubicBezTo>
                  <a:cubicBezTo>
                    <a:pt x="175829" y="349998"/>
                    <a:pt x="58989" y="348728"/>
                    <a:pt x="24699" y="338568"/>
                  </a:cubicBezTo>
                  <a:cubicBezTo>
                    <a:pt x="10729" y="334758"/>
                    <a:pt x="1839" y="327138"/>
                    <a:pt x="569" y="319518"/>
                  </a:cubicBezTo>
                  <a:cubicBezTo>
                    <a:pt x="-1971" y="311898"/>
                    <a:pt x="4379" y="295388"/>
                    <a:pt x="11999" y="291578"/>
                  </a:cubicBezTo>
                  <a:cubicBezTo>
                    <a:pt x="19619" y="287768"/>
                    <a:pt x="41209" y="294118"/>
                    <a:pt x="47559" y="301738"/>
                  </a:cubicBezTo>
                  <a:cubicBezTo>
                    <a:pt x="51369" y="306818"/>
                    <a:pt x="50099" y="318248"/>
                    <a:pt x="47559" y="324598"/>
                  </a:cubicBezTo>
                  <a:cubicBezTo>
                    <a:pt x="43749" y="330948"/>
                    <a:pt x="34859" y="338568"/>
                    <a:pt x="27239" y="338568"/>
                  </a:cubicBezTo>
                  <a:cubicBezTo>
                    <a:pt x="19619" y="338568"/>
                    <a:pt x="3109" y="329678"/>
                    <a:pt x="569" y="322058"/>
                  </a:cubicBezTo>
                  <a:cubicBezTo>
                    <a:pt x="-1971" y="314438"/>
                    <a:pt x="4379" y="296658"/>
                    <a:pt x="15809" y="289038"/>
                  </a:cubicBezTo>
                  <a:cubicBezTo>
                    <a:pt x="45019" y="271258"/>
                    <a:pt x="174559" y="305548"/>
                    <a:pt x="213929" y="286498"/>
                  </a:cubicBezTo>
                  <a:cubicBezTo>
                    <a:pt x="236789" y="275068"/>
                    <a:pt x="248219" y="249668"/>
                    <a:pt x="254569" y="234428"/>
                  </a:cubicBezTo>
                  <a:cubicBezTo>
                    <a:pt x="258379" y="225538"/>
                    <a:pt x="262189" y="215378"/>
                    <a:pt x="257109" y="207758"/>
                  </a:cubicBezTo>
                  <a:cubicBezTo>
                    <a:pt x="250759" y="197598"/>
                    <a:pt x="212659" y="195058"/>
                    <a:pt x="199959" y="184898"/>
                  </a:cubicBezTo>
                  <a:cubicBezTo>
                    <a:pt x="191069" y="177278"/>
                    <a:pt x="192339" y="165848"/>
                    <a:pt x="182179" y="160768"/>
                  </a:cubicBezTo>
                  <a:cubicBezTo>
                    <a:pt x="164399" y="150608"/>
                    <a:pt x="107249" y="145528"/>
                    <a:pt x="89469" y="153148"/>
                  </a:cubicBezTo>
                  <a:cubicBezTo>
                    <a:pt x="80579" y="158228"/>
                    <a:pt x="80579" y="173468"/>
                    <a:pt x="72959" y="176008"/>
                  </a:cubicBezTo>
                  <a:cubicBezTo>
                    <a:pt x="66609" y="179818"/>
                    <a:pt x="56449" y="177278"/>
                    <a:pt x="50099" y="173468"/>
                  </a:cubicBezTo>
                  <a:cubicBezTo>
                    <a:pt x="42479" y="169658"/>
                    <a:pt x="33589" y="159498"/>
                    <a:pt x="28509" y="150608"/>
                  </a:cubicBezTo>
                  <a:cubicBezTo>
                    <a:pt x="24699" y="140448"/>
                    <a:pt x="24699" y="130288"/>
                    <a:pt x="24699" y="116318"/>
                  </a:cubicBezTo>
                  <a:cubicBezTo>
                    <a:pt x="25969" y="94728"/>
                    <a:pt x="28509" y="51548"/>
                    <a:pt x="37399" y="33768"/>
                  </a:cubicBezTo>
                  <a:cubicBezTo>
                    <a:pt x="43749" y="22338"/>
                    <a:pt x="47559" y="17258"/>
                    <a:pt x="61529" y="12178"/>
                  </a:cubicBezTo>
                  <a:cubicBezTo>
                    <a:pt x="90739" y="-522"/>
                    <a:pt x="206309" y="-5602"/>
                    <a:pt x="234249" y="8368"/>
                  </a:cubicBezTo>
                  <a:cubicBezTo>
                    <a:pt x="245679" y="14718"/>
                    <a:pt x="254569" y="28688"/>
                    <a:pt x="253299" y="36308"/>
                  </a:cubicBezTo>
                  <a:cubicBezTo>
                    <a:pt x="252029" y="45198"/>
                    <a:pt x="227899" y="59168"/>
                    <a:pt x="227899" y="59168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954500" y="9673590"/>
            <a:ext cx="247650" cy="332422"/>
            <a:chOff x="0" y="0"/>
            <a:chExt cx="330200" cy="4432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0" y="49804"/>
              <a:ext cx="231648" cy="342626"/>
            </a:xfrm>
            <a:custGeom>
              <a:avLst/>
              <a:gdLst/>
              <a:ahLst/>
              <a:cxnLst/>
              <a:rect r="r" b="b" t="t" l="l"/>
              <a:pathLst>
                <a:path h="342626" w="231648">
                  <a:moveTo>
                    <a:pt x="25400" y="215626"/>
                  </a:moveTo>
                  <a:cubicBezTo>
                    <a:pt x="120650" y="204196"/>
                    <a:pt x="140970" y="158476"/>
                    <a:pt x="149860" y="127996"/>
                  </a:cubicBezTo>
                  <a:cubicBezTo>
                    <a:pt x="158750" y="101326"/>
                    <a:pt x="148590" y="69576"/>
                    <a:pt x="156210" y="46716"/>
                  </a:cubicBezTo>
                  <a:cubicBezTo>
                    <a:pt x="162560" y="30206"/>
                    <a:pt x="172720" y="11156"/>
                    <a:pt x="184150" y="6076"/>
                  </a:cubicBezTo>
                  <a:cubicBezTo>
                    <a:pt x="193040" y="996"/>
                    <a:pt x="205740" y="996"/>
                    <a:pt x="213360" y="4806"/>
                  </a:cubicBezTo>
                  <a:cubicBezTo>
                    <a:pt x="219710" y="8616"/>
                    <a:pt x="224790" y="18776"/>
                    <a:pt x="224790" y="26396"/>
                  </a:cubicBezTo>
                  <a:cubicBezTo>
                    <a:pt x="224790" y="32746"/>
                    <a:pt x="213360" y="46716"/>
                    <a:pt x="213360" y="46716"/>
                  </a:cubicBezTo>
                  <a:cubicBezTo>
                    <a:pt x="213360" y="46716"/>
                    <a:pt x="222250" y="22586"/>
                    <a:pt x="224790" y="23856"/>
                  </a:cubicBezTo>
                  <a:cubicBezTo>
                    <a:pt x="232410" y="25126"/>
                    <a:pt x="233680" y="138156"/>
                    <a:pt x="228600" y="191496"/>
                  </a:cubicBezTo>
                  <a:cubicBezTo>
                    <a:pt x="223520" y="241026"/>
                    <a:pt x="213360" y="314686"/>
                    <a:pt x="198120" y="333736"/>
                  </a:cubicBezTo>
                  <a:cubicBezTo>
                    <a:pt x="191770" y="341356"/>
                    <a:pt x="182880" y="342626"/>
                    <a:pt x="175260" y="342626"/>
                  </a:cubicBezTo>
                  <a:cubicBezTo>
                    <a:pt x="168910" y="341356"/>
                    <a:pt x="158750" y="335006"/>
                    <a:pt x="156210" y="328656"/>
                  </a:cubicBezTo>
                  <a:cubicBezTo>
                    <a:pt x="152400" y="323576"/>
                    <a:pt x="152400" y="310876"/>
                    <a:pt x="154940" y="305796"/>
                  </a:cubicBezTo>
                  <a:cubicBezTo>
                    <a:pt x="160020" y="298176"/>
                    <a:pt x="175260" y="290556"/>
                    <a:pt x="182880" y="291826"/>
                  </a:cubicBezTo>
                  <a:cubicBezTo>
                    <a:pt x="191770" y="294366"/>
                    <a:pt x="201930" y="307066"/>
                    <a:pt x="203200" y="315956"/>
                  </a:cubicBezTo>
                  <a:cubicBezTo>
                    <a:pt x="204470" y="322306"/>
                    <a:pt x="199390" y="332466"/>
                    <a:pt x="194310" y="337546"/>
                  </a:cubicBezTo>
                  <a:cubicBezTo>
                    <a:pt x="187960" y="341356"/>
                    <a:pt x="176530" y="343896"/>
                    <a:pt x="170180" y="341356"/>
                  </a:cubicBezTo>
                  <a:cubicBezTo>
                    <a:pt x="162560" y="337546"/>
                    <a:pt x="156210" y="327386"/>
                    <a:pt x="152400" y="315956"/>
                  </a:cubicBezTo>
                  <a:cubicBezTo>
                    <a:pt x="147320" y="298176"/>
                    <a:pt x="152400" y="262616"/>
                    <a:pt x="157480" y="241026"/>
                  </a:cubicBezTo>
                  <a:cubicBezTo>
                    <a:pt x="162560" y="220706"/>
                    <a:pt x="173990" y="210546"/>
                    <a:pt x="177800" y="188956"/>
                  </a:cubicBezTo>
                  <a:cubicBezTo>
                    <a:pt x="185420" y="152126"/>
                    <a:pt x="175260" y="74656"/>
                    <a:pt x="177800" y="41636"/>
                  </a:cubicBezTo>
                  <a:cubicBezTo>
                    <a:pt x="179070" y="25126"/>
                    <a:pt x="177800" y="12426"/>
                    <a:pt x="184150" y="6076"/>
                  </a:cubicBezTo>
                  <a:cubicBezTo>
                    <a:pt x="187960" y="996"/>
                    <a:pt x="195580" y="-1544"/>
                    <a:pt x="201930" y="996"/>
                  </a:cubicBezTo>
                  <a:cubicBezTo>
                    <a:pt x="209550" y="3536"/>
                    <a:pt x="220980" y="17506"/>
                    <a:pt x="223520" y="31476"/>
                  </a:cubicBezTo>
                  <a:cubicBezTo>
                    <a:pt x="228600" y="55606"/>
                    <a:pt x="208280" y="103866"/>
                    <a:pt x="196850" y="136886"/>
                  </a:cubicBezTo>
                  <a:cubicBezTo>
                    <a:pt x="185420" y="167366"/>
                    <a:pt x="172720" y="200386"/>
                    <a:pt x="156210" y="221976"/>
                  </a:cubicBezTo>
                  <a:cubicBezTo>
                    <a:pt x="142240" y="241026"/>
                    <a:pt x="128270" y="256266"/>
                    <a:pt x="107950" y="263886"/>
                  </a:cubicBezTo>
                  <a:cubicBezTo>
                    <a:pt x="85090" y="272776"/>
                    <a:pt x="44450" y="274046"/>
                    <a:pt x="25400" y="266426"/>
                  </a:cubicBezTo>
                  <a:cubicBezTo>
                    <a:pt x="12700" y="261346"/>
                    <a:pt x="0" y="246106"/>
                    <a:pt x="0" y="237216"/>
                  </a:cubicBezTo>
                  <a:cubicBezTo>
                    <a:pt x="1270" y="229596"/>
                    <a:pt x="25400" y="215626"/>
                    <a:pt x="25400" y="215626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050" y="9708832"/>
            <a:ext cx="228600" cy="313372"/>
            <a:chOff x="0" y="0"/>
            <a:chExt cx="304800" cy="4178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0" y="48200"/>
              <a:ext cx="204440" cy="320489"/>
            </a:xfrm>
            <a:custGeom>
              <a:avLst/>
              <a:gdLst/>
              <a:ahLst/>
              <a:cxnLst/>
              <a:rect r="r" b="b" t="t" l="l"/>
              <a:pathLst>
                <a:path h="320489" w="204440">
                  <a:moveTo>
                    <a:pt x="0" y="271840"/>
                  </a:moveTo>
                  <a:cubicBezTo>
                    <a:pt x="1270" y="45780"/>
                    <a:pt x="0" y="38160"/>
                    <a:pt x="5080" y="28000"/>
                  </a:cubicBezTo>
                  <a:cubicBezTo>
                    <a:pt x="8890" y="19110"/>
                    <a:pt x="16510" y="8950"/>
                    <a:pt x="26670" y="5140"/>
                  </a:cubicBezTo>
                  <a:cubicBezTo>
                    <a:pt x="38100" y="-1210"/>
                    <a:pt x="55880" y="-1210"/>
                    <a:pt x="72390" y="2600"/>
                  </a:cubicBezTo>
                  <a:cubicBezTo>
                    <a:pt x="93980" y="7680"/>
                    <a:pt x="123190" y="22920"/>
                    <a:pt x="142240" y="44510"/>
                  </a:cubicBezTo>
                  <a:cubicBezTo>
                    <a:pt x="166370" y="68640"/>
                    <a:pt x="186690" y="111820"/>
                    <a:pt x="196850" y="147380"/>
                  </a:cubicBezTo>
                  <a:cubicBezTo>
                    <a:pt x="207010" y="181670"/>
                    <a:pt x="204470" y="227390"/>
                    <a:pt x="203200" y="252790"/>
                  </a:cubicBezTo>
                  <a:cubicBezTo>
                    <a:pt x="203200" y="266760"/>
                    <a:pt x="205740" y="276920"/>
                    <a:pt x="199390" y="287080"/>
                  </a:cubicBezTo>
                  <a:cubicBezTo>
                    <a:pt x="190500" y="299780"/>
                    <a:pt x="170180" y="313750"/>
                    <a:pt x="148590" y="318830"/>
                  </a:cubicBezTo>
                  <a:cubicBezTo>
                    <a:pt x="115570" y="325180"/>
                    <a:pt x="35560" y="312480"/>
                    <a:pt x="15240" y="294700"/>
                  </a:cubicBezTo>
                  <a:cubicBezTo>
                    <a:pt x="5080" y="285810"/>
                    <a:pt x="0" y="268030"/>
                    <a:pt x="3810" y="260410"/>
                  </a:cubicBezTo>
                  <a:cubicBezTo>
                    <a:pt x="6350" y="252790"/>
                    <a:pt x="22860" y="246440"/>
                    <a:pt x="30480" y="246440"/>
                  </a:cubicBezTo>
                  <a:cubicBezTo>
                    <a:pt x="38100" y="247710"/>
                    <a:pt x="46990" y="255330"/>
                    <a:pt x="49530" y="261680"/>
                  </a:cubicBezTo>
                  <a:cubicBezTo>
                    <a:pt x="52070" y="268030"/>
                    <a:pt x="50800" y="279460"/>
                    <a:pt x="46990" y="285810"/>
                  </a:cubicBezTo>
                  <a:cubicBezTo>
                    <a:pt x="43180" y="292160"/>
                    <a:pt x="33020" y="297240"/>
                    <a:pt x="26670" y="297240"/>
                  </a:cubicBezTo>
                  <a:cubicBezTo>
                    <a:pt x="19050" y="297240"/>
                    <a:pt x="8890" y="292160"/>
                    <a:pt x="5080" y="285810"/>
                  </a:cubicBezTo>
                  <a:cubicBezTo>
                    <a:pt x="1270" y="280730"/>
                    <a:pt x="0" y="269300"/>
                    <a:pt x="2540" y="262950"/>
                  </a:cubicBezTo>
                  <a:cubicBezTo>
                    <a:pt x="5080" y="256600"/>
                    <a:pt x="10160" y="250250"/>
                    <a:pt x="20320" y="246440"/>
                  </a:cubicBezTo>
                  <a:cubicBezTo>
                    <a:pt x="43180" y="240090"/>
                    <a:pt x="135890" y="288350"/>
                    <a:pt x="157480" y="270570"/>
                  </a:cubicBezTo>
                  <a:cubicBezTo>
                    <a:pt x="175260" y="254060"/>
                    <a:pt x="161290" y="176590"/>
                    <a:pt x="151130" y="156270"/>
                  </a:cubicBezTo>
                  <a:cubicBezTo>
                    <a:pt x="146050" y="146110"/>
                    <a:pt x="134620" y="146110"/>
                    <a:pt x="129540" y="138490"/>
                  </a:cubicBezTo>
                  <a:cubicBezTo>
                    <a:pt x="125730" y="129600"/>
                    <a:pt x="130810" y="116900"/>
                    <a:pt x="125730" y="106740"/>
                  </a:cubicBezTo>
                  <a:cubicBezTo>
                    <a:pt x="118110" y="91500"/>
                    <a:pt x="96520" y="69910"/>
                    <a:pt x="81280" y="63560"/>
                  </a:cubicBezTo>
                  <a:cubicBezTo>
                    <a:pt x="71120" y="58480"/>
                    <a:pt x="58420" y="54670"/>
                    <a:pt x="50800" y="62290"/>
                  </a:cubicBezTo>
                  <a:cubicBezTo>
                    <a:pt x="31750" y="80070"/>
                    <a:pt x="67310" y="246440"/>
                    <a:pt x="50800" y="278190"/>
                  </a:cubicBezTo>
                  <a:cubicBezTo>
                    <a:pt x="43180" y="290890"/>
                    <a:pt x="30480" y="298510"/>
                    <a:pt x="22860" y="297240"/>
                  </a:cubicBezTo>
                  <a:cubicBezTo>
                    <a:pt x="13970" y="295970"/>
                    <a:pt x="0" y="271840"/>
                    <a:pt x="0" y="271840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53" y="-59484"/>
            <a:ext cx="18348960" cy="10355580"/>
            <a:chOff x="0" y="0"/>
            <a:chExt cx="24465280" cy="1380744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465280" cy="13807439"/>
            </a:xfrm>
            <a:custGeom>
              <a:avLst/>
              <a:gdLst/>
              <a:ahLst/>
              <a:cxnLst/>
              <a:rect r="r" b="b" t="t" l="l"/>
              <a:pathLst>
                <a:path h="13807439" w="24465280">
                  <a:moveTo>
                    <a:pt x="0" y="13807439"/>
                  </a:moveTo>
                  <a:lnTo>
                    <a:pt x="24465280" y="13807439"/>
                  </a:lnTo>
                  <a:lnTo>
                    <a:pt x="24465280" y="0"/>
                  </a:lnTo>
                  <a:lnTo>
                    <a:pt x="0" y="0"/>
                  </a:lnTo>
                  <a:lnTo>
                    <a:pt x="0" y="13807439"/>
                  </a:lnTo>
                  <a:close/>
                </a:path>
              </a:pathLst>
            </a:custGeom>
            <a:blipFill>
              <a:blip r:embed="rId3"/>
              <a:stretch>
                <a:fillRect l="0" t="-9063" r="0" b="-90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4096" y="514207"/>
            <a:ext cx="1601152" cy="1577054"/>
            <a:chOff x="0" y="0"/>
            <a:chExt cx="2134870" cy="21027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4870" cy="2102739"/>
            </a:xfrm>
            <a:custGeom>
              <a:avLst/>
              <a:gdLst/>
              <a:ahLst/>
              <a:cxnLst/>
              <a:rect r="r" b="b" t="t" l="l"/>
              <a:pathLst>
                <a:path h="2102739" w="2134870">
                  <a:moveTo>
                    <a:pt x="0" y="0"/>
                  </a:moveTo>
                  <a:lnTo>
                    <a:pt x="2134870" y="0"/>
                  </a:lnTo>
                  <a:lnTo>
                    <a:pt x="2134870" y="2102739"/>
                  </a:lnTo>
                  <a:lnTo>
                    <a:pt x="0" y="210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23" r="0" b="-172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82467" y="2574417"/>
            <a:ext cx="2610898" cy="63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2"/>
              </a:lnSpc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FASE 1 — S1 a S7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22796" y="582740"/>
            <a:ext cx="11642398" cy="10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5"/>
              </a:lnSpc>
            </a:pPr>
            <a:r>
              <a:rPr lang="en-US" b="true" sz="48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CRONOGRAMA DE IMPLEMENTACIÓN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4779" y="1498883"/>
            <a:ext cx="4233596" cy="47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 i="true">
                <a:solidFill>
                  <a:srgbClr val="F9D75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5498" y="9223924"/>
            <a:ext cx="607800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152722" y="514226"/>
            <a:ext cx="1601152" cy="1577054"/>
            <a:chOff x="0" y="0"/>
            <a:chExt cx="2134870" cy="21027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4870" cy="2102739"/>
            </a:xfrm>
            <a:custGeom>
              <a:avLst/>
              <a:gdLst/>
              <a:ahLst/>
              <a:cxnLst/>
              <a:rect r="r" b="b" t="t" l="l"/>
              <a:pathLst>
                <a:path h="2102739" w="2134870">
                  <a:moveTo>
                    <a:pt x="0" y="0"/>
                  </a:moveTo>
                  <a:lnTo>
                    <a:pt x="2134870" y="0"/>
                  </a:lnTo>
                  <a:lnTo>
                    <a:pt x="2134870" y="2102739"/>
                  </a:lnTo>
                  <a:lnTo>
                    <a:pt x="0" y="210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23" r="0" b="-172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716" y="2091252"/>
            <a:ext cx="17865023" cy="7764828"/>
            <a:chOff x="0" y="0"/>
            <a:chExt cx="23820031" cy="103531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819993" cy="10353040"/>
            </a:xfrm>
            <a:custGeom>
              <a:avLst/>
              <a:gdLst/>
              <a:ahLst/>
              <a:cxnLst/>
              <a:rect r="r" b="b" t="t" l="l"/>
              <a:pathLst>
                <a:path h="10353040" w="23819993">
                  <a:moveTo>
                    <a:pt x="0" y="0"/>
                  </a:moveTo>
                  <a:lnTo>
                    <a:pt x="23819993" y="0"/>
                  </a:lnTo>
                  <a:lnTo>
                    <a:pt x="23819993" y="10353040"/>
                  </a:lnTo>
                  <a:lnTo>
                    <a:pt x="0" y="1035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07573" y="4460129"/>
            <a:ext cx="9497663" cy="4978241"/>
            <a:chOff x="0" y="0"/>
            <a:chExt cx="12663551" cy="66376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63551" cy="6637655"/>
            </a:xfrm>
            <a:custGeom>
              <a:avLst/>
              <a:gdLst/>
              <a:ahLst/>
              <a:cxnLst/>
              <a:rect r="r" b="b" t="t" l="l"/>
              <a:pathLst>
                <a:path h="6637655" w="12663551">
                  <a:moveTo>
                    <a:pt x="0" y="0"/>
                  </a:moveTo>
                  <a:lnTo>
                    <a:pt x="12663551" y="0"/>
                  </a:lnTo>
                  <a:lnTo>
                    <a:pt x="12663551" y="6637655"/>
                  </a:lnTo>
                  <a:lnTo>
                    <a:pt x="0" y="6637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952" r="0" b="-395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8826240">
            <a:off x="4532881" y="-1082526"/>
            <a:ext cx="3865436" cy="3420999"/>
            <a:chOff x="0" y="0"/>
            <a:chExt cx="5153914" cy="4561332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5153914" cy="4561332"/>
            </a:xfrm>
            <a:custGeom>
              <a:avLst/>
              <a:gdLst/>
              <a:ahLst/>
              <a:cxnLst/>
              <a:rect r="r" b="b" t="t" l="l"/>
              <a:pathLst>
                <a:path h="4561332" w="5153914">
                  <a:moveTo>
                    <a:pt x="0" y="4561332"/>
                  </a:moveTo>
                  <a:lnTo>
                    <a:pt x="5153914" y="4561332"/>
                  </a:lnTo>
                  <a:lnTo>
                    <a:pt x="5153914" y="0"/>
                  </a:lnTo>
                  <a:lnTo>
                    <a:pt x="0" y="0"/>
                  </a:lnTo>
                  <a:lnTo>
                    <a:pt x="0" y="4561332"/>
                  </a:lnTo>
                  <a:close/>
                </a:path>
              </a:pathLst>
            </a:custGeom>
            <a:blipFill>
              <a:blip r:embed="rId5">
                <a:alphaModFix amt="35000"/>
              </a:blip>
              <a:stretch>
                <a:fillRect l="0" t="-3" r="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69773" y="5697969"/>
            <a:ext cx="3687890" cy="3753517"/>
            <a:chOff x="0" y="0"/>
            <a:chExt cx="4917186" cy="5004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1455" y="825494"/>
            <a:ext cx="714470" cy="714470"/>
            <a:chOff x="0" y="0"/>
            <a:chExt cx="952627" cy="952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64325" y="6949773"/>
            <a:ext cx="56043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¿Que podemos concluir?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1446" y="3296774"/>
            <a:ext cx="6874497" cy="162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CONCLUSIÓN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5095" y="7622372"/>
            <a:ext cx="8518798" cy="149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</a:pPr>
            <a:r>
              <a:rPr lang="en-US" sz="2000" i="true">
                <a:solidFill>
                  <a:srgbClr val="FFFFFF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El proyecto permitirá integrar inventario, ventas y torneos sobre una única fuente de información, reduciendo sobreventas, tareas manuales y decisiones sin respaldo de datos.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7007" y="4756252"/>
            <a:ext cx="3426904" cy="54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3914" y="705850"/>
            <a:ext cx="4233596" cy="96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8953500"/>
            <a:ext cx="489004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17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707573" y="2147354"/>
            <a:ext cx="9497663" cy="4720590"/>
            <a:chOff x="0" y="0"/>
            <a:chExt cx="12663551" cy="6294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63551" cy="6294120"/>
            </a:xfrm>
            <a:custGeom>
              <a:avLst/>
              <a:gdLst/>
              <a:ahLst/>
              <a:cxnLst/>
              <a:rect r="r" b="b" t="t" l="l"/>
              <a:pathLst>
                <a:path h="6294120" w="12663551">
                  <a:moveTo>
                    <a:pt x="0" y="0"/>
                  </a:moveTo>
                  <a:lnTo>
                    <a:pt x="12663551" y="0"/>
                  </a:lnTo>
                  <a:lnTo>
                    <a:pt x="12663551" y="6294120"/>
                  </a:lnTo>
                  <a:lnTo>
                    <a:pt x="0" y="6294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912" r="0" b="-6912"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826240">
            <a:off x="4532881" y="-1082526"/>
            <a:ext cx="3865436" cy="3420999"/>
            <a:chOff x="0" y="0"/>
            <a:chExt cx="5153914" cy="4561332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5153914" cy="4561332"/>
            </a:xfrm>
            <a:custGeom>
              <a:avLst/>
              <a:gdLst/>
              <a:ahLst/>
              <a:cxnLst/>
              <a:rect r="r" b="b" t="t" l="l"/>
              <a:pathLst>
                <a:path h="4561332" w="5153914">
                  <a:moveTo>
                    <a:pt x="0" y="4561332"/>
                  </a:moveTo>
                  <a:lnTo>
                    <a:pt x="5153914" y="4561332"/>
                  </a:lnTo>
                  <a:lnTo>
                    <a:pt x="5153914" y="0"/>
                  </a:lnTo>
                  <a:lnTo>
                    <a:pt x="0" y="0"/>
                  </a:lnTo>
                  <a:lnTo>
                    <a:pt x="0" y="4561332"/>
                  </a:lnTo>
                  <a:close/>
                </a:path>
              </a:pathLst>
            </a:custGeom>
            <a:blipFill>
              <a:blip r:embed="rId4">
                <a:alphaModFix amt="35000"/>
              </a:blip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69773" y="5721763"/>
            <a:ext cx="3687890" cy="3753517"/>
            <a:chOff x="0" y="0"/>
            <a:chExt cx="4917186" cy="50046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4" r="0" b="-5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71455" y="673094"/>
            <a:ext cx="714470" cy="714470"/>
            <a:chOff x="0" y="0"/>
            <a:chExt cx="952627" cy="952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678364" y="4591508"/>
            <a:ext cx="8580936" cy="3740750"/>
            <a:chOff x="0" y="0"/>
            <a:chExt cx="11441248" cy="49876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41248" cy="4987667"/>
            </a:xfrm>
            <a:custGeom>
              <a:avLst/>
              <a:gdLst/>
              <a:ahLst/>
              <a:cxnLst/>
              <a:rect r="r" b="b" t="t" l="l"/>
              <a:pathLst>
                <a:path h="4987667" w="11441248">
                  <a:moveTo>
                    <a:pt x="0" y="0"/>
                  </a:moveTo>
                  <a:lnTo>
                    <a:pt x="11441248" y="0"/>
                  </a:lnTo>
                  <a:lnTo>
                    <a:pt x="11441248" y="4987667"/>
                  </a:lnTo>
                  <a:lnTo>
                    <a:pt x="0" y="4987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870" r="0" b="-1487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3357448"/>
            <a:ext cx="5604300" cy="162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REFLEXIÓN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8567" y="4809487"/>
            <a:ext cx="3426904" cy="54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3914" y="551812"/>
            <a:ext cx="4233596" cy="96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8953500"/>
            <a:ext cx="405603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6633" y="6838310"/>
            <a:ext cx="6505564" cy="92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8"/>
              </a:lnSpc>
            </a:pPr>
            <a:r>
              <a:rPr lang="en-US" b="true" sz="43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Reflexiones Finales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699531" y="1636403"/>
            <a:ext cx="8559769" cy="4828033"/>
            <a:chOff x="0" y="0"/>
            <a:chExt cx="7144893" cy="40299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44893" cy="4029990"/>
            </a:xfrm>
            <a:custGeom>
              <a:avLst/>
              <a:gdLst/>
              <a:ahLst/>
              <a:cxnLst/>
              <a:rect r="r" b="b" t="t" l="l"/>
              <a:pathLst>
                <a:path h="4029990" w="7144893">
                  <a:moveTo>
                    <a:pt x="0" y="0"/>
                  </a:moveTo>
                  <a:lnTo>
                    <a:pt x="7144893" y="0"/>
                  </a:lnTo>
                  <a:lnTo>
                    <a:pt x="7144893" y="4029990"/>
                  </a:lnTo>
                  <a:lnTo>
                    <a:pt x="0" y="4029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1" r="0" b="-151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6579" y="5685549"/>
            <a:ext cx="3510248" cy="3572732"/>
            <a:chOff x="0" y="0"/>
            <a:chExt cx="4680331" cy="47636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80331" cy="4763643"/>
            </a:xfrm>
            <a:custGeom>
              <a:avLst/>
              <a:gdLst/>
              <a:ahLst/>
              <a:cxnLst/>
              <a:rect r="r" b="b" t="t" l="l"/>
              <a:pathLst>
                <a:path h="4763643" w="4680331">
                  <a:moveTo>
                    <a:pt x="0" y="0"/>
                  </a:moveTo>
                  <a:lnTo>
                    <a:pt x="4680331" y="0"/>
                  </a:lnTo>
                  <a:lnTo>
                    <a:pt x="4680331" y="4763643"/>
                  </a:lnTo>
                  <a:lnTo>
                    <a:pt x="0" y="4763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22702" y="3055029"/>
            <a:ext cx="9477975" cy="167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MUCHAS GRACIAS!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95321" y="4401226"/>
            <a:ext cx="7799699" cy="84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1"/>
              </a:lnSpc>
            </a:pPr>
            <a:r>
              <a:rPr lang="en-US" sz="33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PROYECTO TODOFREAKSTORE 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8953500"/>
            <a:ext cx="732596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DAHXKJ31SWo</dc:identifier>
  <dcterms:modified xsi:type="dcterms:W3CDTF">2011-08-01T06:04:30Z</dcterms:modified>
  <cp:revision>1</cp:revision>
  <dc:title>TodoFreakStore.pptx</dc:title>
</cp:coreProperties>
</file>